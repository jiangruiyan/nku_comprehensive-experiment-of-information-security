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256" r:id="rId3"/>
    <p:sldId id="281" r:id="rId5"/>
    <p:sldId id="334" r:id="rId6"/>
    <p:sldId id="282" r:id="rId7"/>
    <p:sldId id="335" r:id="rId8"/>
    <p:sldId id="336" r:id="rId9"/>
    <p:sldId id="337" r:id="rId10"/>
    <p:sldId id="338" r:id="rId11"/>
    <p:sldId id="339" r:id="rId12"/>
    <p:sldId id="340" r:id="rId13"/>
    <p:sldId id="322" r:id="rId14"/>
    <p:sldId id="341"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45" userDrawn="1">
          <p15:clr>
            <a:srgbClr val="A4A3A4"/>
          </p15:clr>
        </p15:guide>
        <p15:guide id="2" pos="7265" userDrawn="1">
          <p15:clr>
            <a:srgbClr val="A4A3A4"/>
          </p15:clr>
        </p15:guide>
        <p15:guide id="3" orient="horz" pos="638" userDrawn="1">
          <p15:clr>
            <a:srgbClr val="A4A3A4"/>
          </p15:clr>
        </p15:guide>
        <p15:guide id="4" orient="horz" pos="734"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F6243"/>
    <a:srgbClr val="963A89"/>
    <a:srgbClr val="BA75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08" autoAdjust="0"/>
    <p:restoredTop sz="87267" autoAdjust="0"/>
  </p:normalViewPr>
  <p:slideViewPr>
    <p:cSldViewPr snapToGrid="0" showGuides="1">
      <p:cViewPr varScale="1">
        <p:scale>
          <a:sx n="99" d="100"/>
          <a:sy n="99" d="100"/>
        </p:scale>
        <p:origin x="462" y="468"/>
      </p:cViewPr>
      <p:guideLst>
        <p:guide pos="445"/>
        <p:guide pos="7265"/>
        <p:guide orient="horz" pos="638"/>
        <p:guide orient="horz" pos="734"/>
        <p:guide orient="horz" pos="3928"/>
        <p:guide orient="horz" pos="3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8D346C-DBD4-4BA1-8637-CDB6350037E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574009-AEDF-4DF7-A8D4-9E989DC056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AFB303E-9509-43EB-82BC-E8081B9B319F}"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dirty="0"/>
          </a:p>
        </p:txBody>
      </p:sp>
      <p:pic>
        <p:nvPicPr>
          <p:cNvPr id="24" name="图片 23"/>
          <p:cNvPicPr>
            <a:picLocks noChangeAspect="1"/>
          </p:cNvPicPr>
          <p:nvPr userDrawn="1"/>
        </p:nvPicPr>
        <p:blipFill>
          <a:blip r:embed="rId2"/>
          <a:srcRect/>
          <a:stretch>
            <a:fillRect/>
          </a:stretch>
        </p:blipFill>
        <p:spPr>
          <a:xfrm>
            <a:off x="-2644281" y="-127000"/>
            <a:ext cx="6863362" cy="6858000"/>
          </a:xfrm>
          <a:custGeom>
            <a:avLst/>
            <a:gdLst>
              <a:gd name="connsiteX0" fmla="*/ 0 w 6863362"/>
              <a:gd name="connsiteY0" fmla="*/ 0 h 6858000"/>
              <a:gd name="connsiteX1" fmla="*/ 6863362 w 6863362"/>
              <a:gd name="connsiteY1" fmla="*/ 0 h 6858000"/>
              <a:gd name="connsiteX2" fmla="*/ 6863362 w 6863362"/>
              <a:gd name="connsiteY2" fmla="*/ 6858000 h 6858000"/>
              <a:gd name="connsiteX3" fmla="*/ 2644281 w 6863362"/>
              <a:gd name="connsiteY3" fmla="*/ 6858000 h 6858000"/>
              <a:gd name="connsiteX4" fmla="*/ 2644281 w 6863362"/>
              <a:gd name="connsiteY4" fmla="*/ 127000 h 6858000"/>
              <a:gd name="connsiteX5" fmla="*/ 0 w 6863362"/>
              <a:gd name="connsiteY5" fmla="*/ 127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362" h="6858000">
                <a:moveTo>
                  <a:pt x="0" y="0"/>
                </a:moveTo>
                <a:lnTo>
                  <a:pt x="6863362" y="0"/>
                </a:lnTo>
                <a:lnTo>
                  <a:pt x="6863362" y="6858000"/>
                </a:lnTo>
                <a:lnTo>
                  <a:pt x="2644281" y="6858000"/>
                </a:lnTo>
                <a:lnTo>
                  <a:pt x="2644281" y="127000"/>
                </a:lnTo>
                <a:lnTo>
                  <a:pt x="0" y="127000"/>
                </a:lnTo>
                <a:close/>
              </a:path>
            </a:pathLst>
          </a:custGeom>
        </p:spPr>
      </p:pic>
      <p:sp>
        <p:nvSpPr>
          <p:cNvPr id="22" name="任意多边形: 形状 21"/>
          <p:cNvSpPr/>
          <p:nvPr userDrawn="1"/>
        </p:nvSpPr>
        <p:spPr>
          <a:xfrm>
            <a:off x="0" y="0"/>
            <a:ext cx="4203700" cy="6858000"/>
          </a:xfrm>
          <a:custGeom>
            <a:avLst/>
            <a:gdLst>
              <a:gd name="connsiteX0" fmla="*/ 0 w 4255840"/>
              <a:gd name="connsiteY0" fmla="*/ 0 h 6858000"/>
              <a:gd name="connsiteX1" fmla="*/ 4255840 w 4255840"/>
              <a:gd name="connsiteY1" fmla="*/ 0 h 6858000"/>
              <a:gd name="connsiteX2" fmla="*/ 4255840 w 4255840"/>
              <a:gd name="connsiteY2" fmla="*/ 6858000 h 6858000"/>
              <a:gd name="connsiteX3" fmla="*/ 0 w 42558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55840" h="6858000">
                <a:moveTo>
                  <a:pt x="0" y="0"/>
                </a:moveTo>
                <a:lnTo>
                  <a:pt x="4255840" y="0"/>
                </a:lnTo>
                <a:lnTo>
                  <a:pt x="4255840" y="6858000"/>
                </a:lnTo>
                <a:lnTo>
                  <a:pt x="0" y="6858000"/>
                </a:lnTo>
                <a:close/>
              </a:path>
            </a:pathLst>
          </a:custGeom>
          <a:solidFill>
            <a:schemeClr val="bg1">
              <a:alpha val="7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 name="图片 13"/>
          <p:cNvPicPr>
            <a:picLocks noChangeAspect="1"/>
          </p:cNvPicPr>
          <p:nvPr userDrawn="1"/>
        </p:nvPicPr>
        <p:blipFill>
          <a:blip r:embed="rId3"/>
          <a:srcRect l="16120" r="9557"/>
          <a:stretch>
            <a:fillRect/>
          </a:stretch>
        </p:blipFill>
        <p:spPr>
          <a:xfrm>
            <a:off x="0" y="2051499"/>
            <a:ext cx="12192000" cy="4304851"/>
          </a:xfrm>
          <a:custGeom>
            <a:avLst/>
            <a:gdLst>
              <a:gd name="connsiteX0" fmla="*/ 0 w 12192000"/>
              <a:gd name="connsiteY0" fmla="*/ 0 h 4304851"/>
              <a:gd name="connsiteX1" fmla="*/ 12192000 w 12192000"/>
              <a:gd name="connsiteY1" fmla="*/ 0 h 4304851"/>
              <a:gd name="connsiteX2" fmla="*/ 12192000 w 12192000"/>
              <a:gd name="connsiteY2" fmla="*/ 4304851 h 4304851"/>
              <a:gd name="connsiteX3" fmla="*/ 0 w 12192000"/>
              <a:gd name="connsiteY3" fmla="*/ 4304851 h 4304851"/>
            </a:gdLst>
            <a:ahLst/>
            <a:cxnLst>
              <a:cxn ang="0">
                <a:pos x="connsiteX0" y="connsiteY0"/>
              </a:cxn>
              <a:cxn ang="0">
                <a:pos x="connsiteX1" y="connsiteY1"/>
              </a:cxn>
              <a:cxn ang="0">
                <a:pos x="connsiteX2" y="connsiteY2"/>
              </a:cxn>
              <a:cxn ang="0">
                <a:pos x="connsiteX3" y="connsiteY3"/>
              </a:cxn>
            </a:cxnLst>
            <a:rect l="l" t="t" r="r" b="b"/>
            <a:pathLst>
              <a:path w="12192000" h="4304851">
                <a:moveTo>
                  <a:pt x="0" y="0"/>
                </a:moveTo>
                <a:lnTo>
                  <a:pt x="12192000" y="0"/>
                </a:lnTo>
                <a:lnTo>
                  <a:pt x="12192000" y="4304851"/>
                </a:lnTo>
                <a:lnTo>
                  <a:pt x="0" y="4304851"/>
                </a:lnTo>
                <a:close/>
              </a:path>
            </a:pathLst>
          </a:cu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4" name="椭圆 13"/>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C50B164-2FFE-4AE3-99C1-50E603FC7A8B}"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0" name="任意多边形: 形状 9"/>
          <p:cNvSpPr/>
          <p:nvPr userDrawn="1"/>
        </p:nvSpPr>
        <p:spPr>
          <a:xfrm>
            <a:off x="0" y="1949450"/>
            <a:ext cx="12192000" cy="2959100"/>
          </a:xfrm>
          <a:custGeom>
            <a:avLst/>
            <a:gdLst>
              <a:gd name="connsiteX0" fmla="*/ 11512367 w 12192000"/>
              <a:gd name="connsiteY0" fmla="*/ 0 h 2959100"/>
              <a:gd name="connsiteX1" fmla="*/ 12192000 w 12192000"/>
              <a:gd name="connsiteY1" fmla="*/ 0 h 2959100"/>
              <a:gd name="connsiteX2" fmla="*/ 12192000 w 12192000"/>
              <a:gd name="connsiteY2" fmla="*/ 2959100 h 2959100"/>
              <a:gd name="connsiteX3" fmla="*/ 10694916 w 12192000"/>
              <a:gd name="connsiteY3" fmla="*/ 2959100 h 2959100"/>
              <a:gd name="connsiteX4" fmla="*/ 0 w 12192000"/>
              <a:gd name="connsiteY4" fmla="*/ 0 h 2959100"/>
              <a:gd name="connsiteX5" fmla="*/ 4632159 w 12192000"/>
              <a:gd name="connsiteY5" fmla="*/ 0 h 2959100"/>
              <a:gd name="connsiteX6" fmla="*/ 3814707 w 12192000"/>
              <a:gd name="connsiteY6" fmla="*/ 2959100 h 2959100"/>
              <a:gd name="connsiteX7" fmla="*/ 0 w 12192000"/>
              <a:gd name="connsiteY7" fmla="*/ 2959100 h 295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959100">
                <a:moveTo>
                  <a:pt x="11512367" y="0"/>
                </a:moveTo>
                <a:lnTo>
                  <a:pt x="12192000" y="0"/>
                </a:lnTo>
                <a:lnTo>
                  <a:pt x="12192000" y="2959100"/>
                </a:lnTo>
                <a:lnTo>
                  <a:pt x="10694916" y="2959100"/>
                </a:lnTo>
                <a:close/>
                <a:moveTo>
                  <a:pt x="0" y="0"/>
                </a:moveTo>
                <a:lnTo>
                  <a:pt x="4632159" y="0"/>
                </a:lnTo>
                <a:lnTo>
                  <a:pt x="3814707" y="2959100"/>
                </a:lnTo>
                <a:lnTo>
                  <a:pt x="0" y="2959100"/>
                </a:lnTo>
                <a:close/>
              </a:path>
            </a:pathLst>
          </a:custGeom>
          <a:solidFill>
            <a:schemeClr val="accent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tretch>
            <a:fillRect/>
          </a:stretch>
        </p:blipFill>
        <p:spPr>
          <a:xfrm>
            <a:off x="766778" y="2335819"/>
            <a:ext cx="2186361" cy="218636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p:cNvSpPr/>
          <p:nvPr userDrawn="1"/>
        </p:nvSpPr>
        <p:spPr>
          <a:xfrm>
            <a:off x="0" y="2514600"/>
            <a:ext cx="12192000" cy="1905000"/>
          </a:xfrm>
          <a:prstGeom prst="rightArrow">
            <a:avLst/>
          </a:prstGeom>
          <a:gradFill>
            <a:gsLst>
              <a:gs pos="1000">
                <a:schemeClr val="bg1">
                  <a:alpha val="59000"/>
                </a:schemeClr>
              </a:gs>
              <a:gs pos="100000">
                <a:schemeClr val="accent1">
                  <a:alpha val="44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a:off x="1295400" y="1524000"/>
            <a:ext cx="2819400" cy="4114800"/>
            <a:chOff x="1282700" y="1536700"/>
            <a:chExt cx="3429000" cy="4305300"/>
          </a:xfrm>
        </p:grpSpPr>
        <p:sp>
          <p:nvSpPr>
            <p:cNvPr id="18" name="任意多边形: 形状 17"/>
            <p:cNvSpPr/>
            <p:nvPr/>
          </p:nvSpPr>
          <p:spPr>
            <a:xfrm>
              <a:off x="1282700" y="1536700"/>
              <a:ext cx="3429000" cy="4305300"/>
            </a:xfrm>
            <a:custGeom>
              <a:avLst/>
              <a:gdLst>
                <a:gd name="connsiteX0" fmla="*/ 0 w 3429000"/>
                <a:gd name="connsiteY0" fmla="*/ 0 h 4305300"/>
                <a:gd name="connsiteX1" fmla="*/ 3429000 w 3429000"/>
                <a:gd name="connsiteY1" fmla="*/ 0 h 4305300"/>
                <a:gd name="connsiteX2" fmla="*/ 3429000 w 3429000"/>
                <a:gd name="connsiteY2" fmla="*/ 3459230 h 4305300"/>
                <a:gd name="connsiteX3" fmla="*/ 2675820 w 3429000"/>
                <a:gd name="connsiteY3" fmla="*/ 4305300 h 4305300"/>
                <a:gd name="connsiteX4" fmla="*/ 0 w 3429000"/>
                <a:gd name="connsiteY4" fmla="*/ 4305300 h 4305300"/>
                <a:gd name="connsiteX5" fmla="*/ 0 w 3429000"/>
                <a:gd name="connsiteY5" fmla="*/ 0 h 430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9000" h="4305300">
                  <a:moveTo>
                    <a:pt x="0" y="0"/>
                  </a:moveTo>
                  <a:lnTo>
                    <a:pt x="3429000" y="0"/>
                  </a:lnTo>
                  <a:lnTo>
                    <a:pt x="3429000" y="3459230"/>
                  </a:lnTo>
                  <a:lnTo>
                    <a:pt x="2675820" y="4305300"/>
                  </a:lnTo>
                  <a:lnTo>
                    <a:pt x="0" y="4305300"/>
                  </a:lnTo>
                  <a:lnTo>
                    <a:pt x="0" y="0"/>
                  </a:lnTo>
                  <a:close/>
                </a:path>
              </a:pathLst>
            </a:custGeom>
            <a:solidFill>
              <a:srgbClr val="963A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rot="10800000">
              <a:off x="3958520" y="4995930"/>
              <a:ext cx="753180" cy="846070"/>
            </a:xfrm>
            <a:custGeom>
              <a:avLst/>
              <a:gdLst>
                <a:gd name="connsiteX0" fmla="*/ 753180 w 753180"/>
                <a:gd name="connsiteY0" fmla="*/ 0 h 846070"/>
                <a:gd name="connsiteX1" fmla="*/ 753180 w 753180"/>
                <a:gd name="connsiteY1" fmla="*/ 846070 h 846070"/>
                <a:gd name="connsiteX2" fmla="*/ 0 w 753180"/>
                <a:gd name="connsiteY2" fmla="*/ 846070 h 846070"/>
                <a:gd name="connsiteX3" fmla="*/ 753180 w 753180"/>
                <a:gd name="connsiteY3" fmla="*/ 0 h 846070"/>
              </a:gdLst>
              <a:ahLst/>
              <a:cxnLst>
                <a:cxn ang="0">
                  <a:pos x="connsiteX0" y="connsiteY0"/>
                </a:cxn>
                <a:cxn ang="0">
                  <a:pos x="connsiteX1" y="connsiteY1"/>
                </a:cxn>
                <a:cxn ang="0">
                  <a:pos x="connsiteX2" y="connsiteY2"/>
                </a:cxn>
                <a:cxn ang="0">
                  <a:pos x="connsiteX3" y="connsiteY3"/>
                </a:cxn>
              </a:cxnLst>
              <a:rect l="l" t="t" r="r" b="b"/>
              <a:pathLst>
                <a:path w="753180" h="846070">
                  <a:moveTo>
                    <a:pt x="753180" y="0"/>
                  </a:moveTo>
                  <a:lnTo>
                    <a:pt x="753180" y="846070"/>
                  </a:lnTo>
                  <a:lnTo>
                    <a:pt x="0" y="846070"/>
                  </a:lnTo>
                  <a:lnTo>
                    <a:pt x="753180" y="0"/>
                  </a:lnTo>
                  <a:close/>
                </a:path>
              </a:pathLst>
            </a:custGeom>
            <a:gradFill>
              <a:gsLst>
                <a:gs pos="23000">
                  <a:schemeClr val="accent1">
                    <a:alpha val="90000"/>
                  </a:schemeClr>
                </a:gs>
                <a:gs pos="69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userDrawn="1"/>
        </p:nvGrpSpPr>
        <p:grpSpPr>
          <a:xfrm>
            <a:off x="4699000" y="1524000"/>
            <a:ext cx="2819400" cy="4114800"/>
            <a:chOff x="1282700" y="1536700"/>
            <a:chExt cx="3429000" cy="4305300"/>
          </a:xfrm>
        </p:grpSpPr>
        <p:sp>
          <p:nvSpPr>
            <p:cNvPr id="21" name="任意多边形: 形状 20"/>
            <p:cNvSpPr/>
            <p:nvPr/>
          </p:nvSpPr>
          <p:spPr>
            <a:xfrm>
              <a:off x="1282700" y="1536700"/>
              <a:ext cx="3429000" cy="4305300"/>
            </a:xfrm>
            <a:custGeom>
              <a:avLst/>
              <a:gdLst>
                <a:gd name="connsiteX0" fmla="*/ 0 w 3429000"/>
                <a:gd name="connsiteY0" fmla="*/ 0 h 4305300"/>
                <a:gd name="connsiteX1" fmla="*/ 3429000 w 3429000"/>
                <a:gd name="connsiteY1" fmla="*/ 0 h 4305300"/>
                <a:gd name="connsiteX2" fmla="*/ 3429000 w 3429000"/>
                <a:gd name="connsiteY2" fmla="*/ 3459230 h 4305300"/>
                <a:gd name="connsiteX3" fmla="*/ 2675820 w 3429000"/>
                <a:gd name="connsiteY3" fmla="*/ 4305300 h 4305300"/>
                <a:gd name="connsiteX4" fmla="*/ 0 w 3429000"/>
                <a:gd name="connsiteY4" fmla="*/ 4305300 h 4305300"/>
                <a:gd name="connsiteX5" fmla="*/ 0 w 3429000"/>
                <a:gd name="connsiteY5" fmla="*/ 0 h 430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9000" h="4305300">
                  <a:moveTo>
                    <a:pt x="0" y="0"/>
                  </a:moveTo>
                  <a:lnTo>
                    <a:pt x="3429000" y="0"/>
                  </a:lnTo>
                  <a:lnTo>
                    <a:pt x="3429000" y="3459230"/>
                  </a:lnTo>
                  <a:lnTo>
                    <a:pt x="2675820" y="4305300"/>
                  </a:lnTo>
                  <a:lnTo>
                    <a:pt x="0" y="4305300"/>
                  </a:lnTo>
                  <a:lnTo>
                    <a:pt x="0" y="0"/>
                  </a:lnTo>
                  <a:close/>
                </a:path>
              </a:pathLst>
            </a:custGeom>
            <a:solidFill>
              <a:srgbClr val="963A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rot="10800000">
              <a:off x="3958520" y="4995930"/>
              <a:ext cx="753180" cy="846070"/>
            </a:xfrm>
            <a:custGeom>
              <a:avLst/>
              <a:gdLst>
                <a:gd name="connsiteX0" fmla="*/ 753180 w 753180"/>
                <a:gd name="connsiteY0" fmla="*/ 0 h 846070"/>
                <a:gd name="connsiteX1" fmla="*/ 753180 w 753180"/>
                <a:gd name="connsiteY1" fmla="*/ 846070 h 846070"/>
                <a:gd name="connsiteX2" fmla="*/ 0 w 753180"/>
                <a:gd name="connsiteY2" fmla="*/ 846070 h 846070"/>
                <a:gd name="connsiteX3" fmla="*/ 753180 w 753180"/>
                <a:gd name="connsiteY3" fmla="*/ 0 h 846070"/>
              </a:gdLst>
              <a:ahLst/>
              <a:cxnLst>
                <a:cxn ang="0">
                  <a:pos x="connsiteX0" y="connsiteY0"/>
                </a:cxn>
                <a:cxn ang="0">
                  <a:pos x="connsiteX1" y="connsiteY1"/>
                </a:cxn>
                <a:cxn ang="0">
                  <a:pos x="connsiteX2" y="connsiteY2"/>
                </a:cxn>
                <a:cxn ang="0">
                  <a:pos x="connsiteX3" y="connsiteY3"/>
                </a:cxn>
              </a:cxnLst>
              <a:rect l="l" t="t" r="r" b="b"/>
              <a:pathLst>
                <a:path w="753180" h="846070">
                  <a:moveTo>
                    <a:pt x="753180" y="0"/>
                  </a:moveTo>
                  <a:lnTo>
                    <a:pt x="753180" y="846070"/>
                  </a:lnTo>
                  <a:lnTo>
                    <a:pt x="0" y="846070"/>
                  </a:lnTo>
                  <a:lnTo>
                    <a:pt x="753180" y="0"/>
                  </a:lnTo>
                  <a:close/>
                </a:path>
              </a:pathLst>
            </a:custGeom>
            <a:gradFill>
              <a:gsLst>
                <a:gs pos="23000">
                  <a:schemeClr val="accent1">
                    <a:alpha val="90000"/>
                  </a:schemeClr>
                </a:gs>
                <a:gs pos="69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userDrawn="1"/>
        </p:nvGrpSpPr>
        <p:grpSpPr>
          <a:xfrm>
            <a:off x="8102600" y="1524000"/>
            <a:ext cx="2819400" cy="4114800"/>
            <a:chOff x="1282700" y="1536700"/>
            <a:chExt cx="3429000" cy="4305300"/>
          </a:xfrm>
        </p:grpSpPr>
        <p:sp>
          <p:nvSpPr>
            <p:cNvPr id="24" name="任意多边形: 形状 23"/>
            <p:cNvSpPr/>
            <p:nvPr/>
          </p:nvSpPr>
          <p:spPr>
            <a:xfrm>
              <a:off x="1282700" y="1536700"/>
              <a:ext cx="3429000" cy="4305300"/>
            </a:xfrm>
            <a:custGeom>
              <a:avLst/>
              <a:gdLst>
                <a:gd name="connsiteX0" fmla="*/ 0 w 3429000"/>
                <a:gd name="connsiteY0" fmla="*/ 0 h 4305300"/>
                <a:gd name="connsiteX1" fmla="*/ 3429000 w 3429000"/>
                <a:gd name="connsiteY1" fmla="*/ 0 h 4305300"/>
                <a:gd name="connsiteX2" fmla="*/ 3429000 w 3429000"/>
                <a:gd name="connsiteY2" fmla="*/ 3459230 h 4305300"/>
                <a:gd name="connsiteX3" fmla="*/ 2675820 w 3429000"/>
                <a:gd name="connsiteY3" fmla="*/ 4305300 h 4305300"/>
                <a:gd name="connsiteX4" fmla="*/ 0 w 3429000"/>
                <a:gd name="connsiteY4" fmla="*/ 4305300 h 4305300"/>
                <a:gd name="connsiteX5" fmla="*/ 0 w 3429000"/>
                <a:gd name="connsiteY5" fmla="*/ 0 h 430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9000" h="4305300">
                  <a:moveTo>
                    <a:pt x="0" y="0"/>
                  </a:moveTo>
                  <a:lnTo>
                    <a:pt x="3429000" y="0"/>
                  </a:lnTo>
                  <a:lnTo>
                    <a:pt x="3429000" y="3459230"/>
                  </a:lnTo>
                  <a:lnTo>
                    <a:pt x="2675820" y="4305300"/>
                  </a:lnTo>
                  <a:lnTo>
                    <a:pt x="0" y="4305300"/>
                  </a:lnTo>
                  <a:lnTo>
                    <a:pt x="0" y="0"/>
                  </a:lnTo>
                  <a:close/>
                </a:path>
              </a:pathLst>
            </a:custGeom>
            <a:solidFill>
              <a:srgbClr val="963A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任意多边形: 形状 24"/>
            <p:cNvSpPr/>
            <p:nvPr/>
          </p:nvSpPr>
          <p:spPr>
            <a:xfrm rot="10800000">
              <a:off x="3958520" y="4995930"/>
              <a:ext cx="753180" cy="846070"/>
            </a:xfrm>
            <a:custGeom>
              <a:avLst/>
              <a:gdLst>
                <a:gd name="connsiteX0" fmla="*/ 753180 w 753180"/>
                <a:gd name="connsiteY0" fmla="*/ 0 h 846070"/>
                <a:gd name="connsiteX1" fmla="*/ 753180 w 753180"/>
                <a:gd name="connsiteY1" fmla="*/ 846070 h 846070"/>
                <a:gd name="connsiteX2" fmla="*/ 0 w 753180"/>
                <a:gd name="connsiteY2" fmla="*/ 846070 h 846070"/>
                <a:gd name="connsiteX3" fmla="*/ 753180 w 753180"/>
                <a:gd name="connsiteY3" fmla="*/ 0 h 846070"/>
              </a:gdLst>
              <a:ahLst/>
              <a:cxnLst>
                <a:cxn ang="0">
                  <a:pos x="connsiteX0" y="connsiteY0"/>
                </a:cxn>
                <a:cxn ang="0">
                  <a:pos x="connsiteX1" y="connsiteY1"/>
                </a:cxn>
                <a:cxn ang="0">
                  <a:pos x="connsiteX2" y="connsiteY2"/>
                </a:cxn>
                <a:cxn ang="0">
                  <a:pos x="connsiteX3" y="connsiteY3"/>
                </a:cxn>
              </a:cxnLst>
              <a:rect l="l" t="t" r="r" b="b"/>
              <a:pathLst>
                <a:path w="753180" h="846070">
                  <a:moveTo>
                    <a:pt x="753180" y="0"/>
                  </a:moveTo>
                  <a:lnTo>
                    <a:pt x="753180" y="846070"/>
                  </a:lnTo>
                  <a:lnTo>
                    <a:pt x="0" y="846070"/>
                  </a:lnTo>
                  <a:lnTo>
                    <a:pt x="753180" y="0"/>
                  </a:lnTo>
                  <a:close/>
                </a:path>
              </a:pathLst>
            </a:custGeom>
            <a:gradFill>
              <a:gsLst>
                <a:gs pos="23000">
                  <a:schemeClr val="accent1">
                    <a:alpha val="90000"/>
                  </a:schemeClr>
                </a:gs>
                <a:gs pos="69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图片占位符 29"/>
          <p:cNvSpPr>
            <a:spLocks noGrp="1"/>
          </p:cNvSpPr>
          <p:nvPr>
            <p:ph type="pic" sz="quarter" idx="10"/>
          </p:nvPr>
        </p:nvSpPr>
        <p:spPr>
          <a:xfrm>
            <a:off x="1612900" y="2641600"/>
            <a:ext cx="2184400" cy="1924050"/>
          </a:xfrm>
        </p:spPr>
        <p:txBody>
          <a:bodyPr/>
          <a:lstStyle/>
          <a:p>
            <a:endParaRPr lang="zh-CN" altLang="en-US"/>
          </a:p>
        </p:txBody>
      </p:sp>
      <p:sp>
        <p:nvSpPr>
          <p:cNvPr id="31" name="图片占位符 29"/>
          <p:cNvSpPr>
            <a:spLocks noGrp="1"/>
          </p:cNvSpPr>
          <p:nvPr>
            <p:ph type="pic" sz="quarter" idx="11"/>
          </p:nvPr>
        </p:nvSpPr>
        <p:spPr>
          <a:xfrm>
            <a:off x="5043862" y="2666547"/>
            <a:ext cx="2184400" cy="1924050"/>
          </a:xfrm>
        </p:spPr>
        <p:txBody>
          <a:bodyPr/>
          <a:lstStyle/>
          <a:p>
            <a:endParaRPr lang="zh-CN" altLang="en-US"/>
          </a:p>
        </p:txBody>
      </p:sp>
      <p:sp>
        <p:nvSpPr>
          <p:cNvPr id="32" name="图片占位符 29"/>
          <p:cNvSpPr>
            <a:spLocks noGrp="1"/>
          </p:cNvSpPr>
          <p:nvPr>
            <p:ph type="pic" sz="quarter" idx="12"/>
          </p:nvPr>
        </p:nvSpPr>
        <p:spPr>
          <a:xfrm>
            <a:off x="8427959" y="2666547"/>
            <a:ext cx="2184400" cy="1924050"/>
          </a:xfrm>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5" name="图片占位符 14"/>
          <p:cNvSpPr>
            <a:spLocks noGrp="1"/>
          </p:cNvSpPr>
          <p:nvPr>
            <p:ph type="pic" sz="quarter" idx="10"/>
          </p:nvPr>
        </p:nvSpPr>
        <p:spPr>
          <a:xfrm>
            <a:off x="1758492" y="1542215"/>
            <a:ext cx="3961348" cy="4373767"/>
          </a:xfrm>
          <a:custGeom>
            <a:avLst/>
            <a:gdLst>
              <a:gd name="connsiteX0" fmla="*/ 639544 w 3961348"/>
              <a:gd name="connsiteY0" fmla="*/ 130 h 4373767"/>
              <a:gd name="connsiteX1" fmla="*/ 975085 w 3961348"/>
              <a:gd name="connsiteY1" fmla="*/ 87187 h 4373767"/>
              <a:gd name="connsiteX2" fmla="*/ 3634977 w 3961348"/>
              <a:gd name="connsiteY2" fmla="*/ 1621488 h 4373767"/>
              <a:gd name="connsiteX3" fmla="*/ 3637187 w 3961348"/>
              <a:gd name="connsiteY3" fmla="*/ 2748680 h 4373767"/>
              <a:gd name="connsiteX4" fmla="*/ 988209 w 3961348"/>
              <a:gd name="connsiteY4" fmla="*/ 4285044 h 4373767"/>
              <a:gd name="connsiteX5" fmla="*/ 10915 w 3961348"/>
              <a:gd name="connsiteY5" fmla="*/ 3723385 h 4373767"/>
              <a:gd name="connsiteX6" fmla="*/ 1 w 3961348"/>
              <a:gd name="connsiteY6" fmla="*/ 652720 h 4373767"/>
              <a:gd name="connsiteX7" fmla="*/ 639544 w 3961348"/>
              <a:gd name="connsiteY7" fmla="*/ 130 h 43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1348" h="4373767">
                <a:moveTo>
                  <a:pt x="639544" y="130"/>
                </a:moveTo>
                <a:cubicBezTo>
                  <a:pt x="751351" y="-2124"/>
                  <a:pt x="866584" y="24931"/>
                  <a:pt x="975085" y="87187"/>
                </a:cubicBezTo>
                <a:cubicBezTo>
                  <a:pt x="975085" y="87187"/>
                  <a:pt x="975085" y="87187"/>
                  <a:pt x="3634977" y="1621488"/>
                </a:cubicBezTo>
                <a:cubicBezTo>
                  <a:pt x="4068980" y="1870511"/>
                  <a:pt x="4070558" y="2497332"/>
                  <a:pt x="3637187" y="2748680"/>
                </a:cubicBezTo>
                <a:cubicBezTo>
                  <a:pt x="3637187" y="2748680"/>
                  <a:pt x="3637187" y="2748680"/>
                  <a:pt x="988209" y="4285044"/>
                </a:cubicBezTo>
                <a:cubicBezTo>
                  <a:pt x="554839" y="4536392"/>
                  <a:pt x="11547" y="4223756"/>
                  <a:pt x="10915" y="3723385"/>
                </a:cubicBezTo>
                <a:cubicBezTo>
                  <a:pt x="10915" y="3723385"/>
                  <a:pt x="10915" y="3723385"/>
                  <a:pt x="1" y="652720"/>
                </a:cubicBezTo>
                <a:cubicBezTo>
                  <a:pt x="-473" y="277442"/>
                  <a:pt x="304122" y="6893"/>
                  <a:pt x="639544" y="130"/>
                </a:cubicBezTo>
                <a:close/>
              </a:path>
            </a:pathLst>
          </a:custGeom>
        </p:spPr>
        <p:txBody>
          <a:bodyPr wrap="square">
            <a:noAutofit/>
          </a:bodyPr>
          <a:lstStyle/>
          <a:p>
            <a:endParaRPr lang="zh-CN" altLang="en-US" dirty="0"/>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2" name="图片占位符 11"/>
          <p:cNvSpPr>
            <a:spLocks noGrp="1"/>
          </p:cNvSpPr>
          <p:nvPr>
            <p:ph type="pic" sz="quarter" idx="10"/>
          </p:nvPr>
        </p:nvSpPr>
        <p:spPr>
          <a:xfrm>
            <a:off x="660400" y="1495641"/>
            <a:ext cx="3771900" cy="4343400"/>
          </a:xfrm>
          <a:custGeom>
            <a:avLst/>
            <a:gdLst>
              <a:gd name="connsiteX0" fmla="*/ 942975 w 3771900"/>
              <a:gd name="connsiteY0" fmla="*/ 0 h 4343400"/>
              <a:gd name="connsiteX1" fmla="*/ 3771900 w 3771900"/>
              <a:gd name="connsiteY1" fmla="*/ 0 h 4343400"/>
              <a:gd name="connsiteX2" fmla="*/ 2828925 w 3771900"/>
              <a:gd name="connsiteY2" fmla="*/ 4343400 h 4343400"/>
              <a:gd name="connsiteX3" fmla="*/ 0 w 3771900"/>
              <a:gd name="connsiteY3" fmla="*/ 4343400 h 4343400"/>
            </a:gdLst>
            <a:ahLst/>
            <a:cxnLst>
              <a:cxn ang="0">
                <a:pos x="connsiteX0" y="connsiteY0"/>
              </a:cxn>
              <a:cxn ang="0">
                <a:pos x="connsiteX1" y="connsiteY1"/>
              </a:cxn>
              <a:cxn ang="0">
                <a:pos x="connsiteX2" y="connsiteY2"/>
              </a:cxn>
              <a:cxn ang="0">
                <a:pos x="connsiteX3" y="connsiteY3"/>
              </a:cxn>
            </a:cxnLst>
            <a:rect l="l" t="t" r="r" b="b"/>
            <a:pathLst>
              <a:path w="3771900" h="4343400">
                <a:moveTo>
                  <a:pt x="942975" y="0"/>
                </a:moveTo>
                <a:lnTo>
                  <a:pt x="3771900" y="0"/>
                </a:lnTo>
                <a:lnTo>
                  <a:pt x="2828925" y="4343400"/>
                </a:lnTo>
                <a:lnTo>
                  <a:pt x="0" y="4343400"/>
                </a:lnTo>
                <a:close/>
              </a:path>
            </a:pathLst>
          </a:custGeom>
        </p:spPr>
        <p:txBody>
          <a:bodyPr wrap="square">
            <a:noAutofit/>
          </a:bodyPr>
          <a:lstStyle/>
          <a:p>
            <a:endParaRPr lang="zh-CN" altLang="en-US"/>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图片占位符 12"/>
          <p:cNvSpPr>
            <a:spLocks noGrp="1"/>
          </p:cNvSpPr>
          <p:nvPr>
            <p:ph type="pic" sz="quarter" idx="11"/>
          </p:nvPr>
        </p:nvSpPr>
        <p:spPr>
          <a:xfrm>
            <a:off x="6426200" y="1495641"/>
            <a:ext cx="3771900" cy="4343400"/>
          </a:xfrm>
          <a:custGeom>
            <a:avLst/>
            <a:gdLst>
              <a:gd name="connsiteX0" fmla="*/ 942975 w 3771900"/>
              <a:gd name="connsiteY0" fmla="*/ 0 h 4343400"/>
              <a:gd name="connsiteX1" fmla="*/ 3771900 w 3771900"/>
              <a:gd name="connsiteY1" fmla="*/ 0 h 4343400"/>
              <a:gd name="connsiteX2" fmla="*/ 2828925 w 3771900"/>
              <a:gd name="connsiteY2" fmla="*/ 4343400 h 4343400"/>
              <a:gd name="connsiteX3" fmla="*/ 0 w 3771900"/>
              <a:gd name="connsiteY3" fmla="*/ 4343400 h 4343400"/>
            </a:gdLst>
            <a:ahLst/>
            <a:cxnLst>
              <a:cxn ang="0">
                <a:pos x="connsiteX0" y="connsiteY0"/>
              </a:cxn>
              <a:cxn ang="0">
                <a:pos x="connsiteX1" y="connsiteY1"/>
              </a:cxn>
              <a:cxn ang="0">
                <a:pos x="connsiteX2" y="connsiteY2"/>
              </a:cxn>
              <a:cxn ang="0">
                <a:pos x="connsiteX3" y="connsiteY3"/>
              </a:cxn>
            </a:cxnLst>
            <a:rect l="l" t="t" r="r" b="b"/>
            <a:pathLst>
              <a:path w="3771900" h="4343400">
                <a:moveTo>
                  <a:pt x="942975" y="0"/>
                </a:moveTo>
                <a:lnTo>
                  <a:pt x="3771900" y="0"/>
                </a:lnTo>
                <a:lnTo>
                  <a:pt x="2828925" y="4343400"/>
                </a:lnTo>
                <a:lnTo>
                  <a:pt x="0" y="4343400"/>
                </a:lnTo>
                <a:close/>
              </a:path>
            </a:pathLst>
          </a:custGeom>
        </p:spPr>
        <p:txBody>
          <a:bodyPr wrap="square">
            <a:noAutofit/>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图片占位符 2"/>
          <p:cNvSpPr>
            <a:spLocks noGrp="1"/>
          </p:cNvSpPr>
          <p:nvPr>
            <p:ph type="pic" sz="quarter" idx="10"/>
          </p:nvPr>
        </p:nvSpPr>
        <p:spPr>
          <a:xfrm>
            <a:off x="1403040" y="1445435"/>
            <a:ext cx="2163775" cy="2396907"/>
          </a:xfrm>
          <a:ln w="38100">
            <a:solidFill>
              <a:srgbClr val="963A89"/>
            </a:solidFill>
          </a:ln>
        </p:spPr>
        <p:txBody>
          <a:bodyPr/>
          <a:lstStyle/>
          <a:p>
            <a:endParaRPr lang="zh-CN" altLang="en-US" dirty="0"/>
          </a:p>
        </p:txBody>
      </p:sp>
      <p:sp>
        <p:nvSpPr>
          <p:cNvPr id="36" name="图片占位符 2"/>
          <p:cNvSpPr>
            <a:spLocks noGrp="1"/>
          </p:cNvSpPr>
          <p:nvPr>
            <p:ph type="pic" sz="quarter" idx="12"/>
          </p:nvPr>
        </p:nvSpPr>
        <p:spPr>
          <a:xfrm>
            <a:off x="3854186" y="1445435"/>
            <a:ext cx="2163775" cy="2396907"/>
          </a:xfrm>
          <a:ln w="38100" cap="flat" cmpd="sng" algn="ctr">
            <a:solidFill>
              <a:srgbClr val="963A89"/>
            </a:solidFill>
            <a:prstDash val="solid"/>
            <a:round/>
            <a:headEnd type="none" w="med" len="med"/>
            <a:tailEnd type="none" w="med" len="med"/>
          </a:ln>
          <a:effectLst/>
        </p:spPr>
        <p:txBody>
          <a:bodyPr/>
          <a:lstStyle/>
          <a:p>
            <a:endParaRPr lang="zh-CN" altLang="en-US" dirty="0"/>
          </a:p>
        </p:txBody>
      </p:sp>
      <p:sp>
        <p:nvSpPr>
          <p:cNvPr id="37" name="图片占位符 2"/>
          <p:cNvSpPr>
            <a:spLocks noGrp="1"/>
          </p:cNvSpPr>
          <p:nvPr>
            <p:ph type="pic" sz="quarter" idx="13"/>
          </p:nvPr>
        </p:nvSpPr>
        <p:spPr>
          <a:xfrm>
            <a:off x="6305333" y="1445435"/>
            <a:ext cx="2163775" cy="2396907"/>
          </a:xfrm>
          <a:ln w="38100" cap="flat" cmpd="sng" algn="ctr">
            <a:solidFill>
              <a:srgbClr val="963A89"/>
            </a:solidFill>
            <a:prstDash val="solid"/>
            <a:round/>
            <a:headEnd type="none" w="med" len="med"/>
            <a:tailEnd type="none" w="med" len="med"/>
          </a:ln>
          <a:effectLst/>
        </p:spPr>
        <p:txBody>
          <a:bodyPr/>
          <a:lstStyle/>
          <a:p>
            <a:endParaRPr lang="zh-CN" altLang="en-US" dirty="0"/>
          </a:p>
        </p:txBody>
      </p:sp>
      <p:sp>
        <p:nvSpPr>
          <p:cNvPr id="35" name="图片占位符 2"/>
          <p:cNvSpPr>
            <a:spLocks noGrp="1"/>
          </p:cNvSpPr>
          <p:nvPr>
            <p:ph type="pic" sz="quarter" idx="11"/>
          </p:nvPr>
        </p:nvSpPr>
        <p:spPr>
          <a:xfrm>
            <a:off x="8756479" y="1445435"/>
            <a:ext cx="2163775" cy="2396907"/>
          </a:xfrm>
          <a:ln w="38100">
            <a:solidFill>
              <a:srgbClr val="963A89"/>
            </a:solidFill>
          </a:ln>
        </p:spPr>
        <p:txBody>
          <a:bodyPr/>
          <a:lstStyle/>
          <a:p>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4" name="Freeform 17"/>
          <p:cNvSpPr/>
          <p:nvPr userDrawn="1"/>
        </p:nvSpPr>
        <p:spPr bwMode="auto">
          <a:xfrm>
            <a:off x="946150" y="1315711"/>
            <a:ext cx="4819650" cy="4703259"/>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图片占位符 12"/>
          <p:cNvSpPr>
            <a:spLocks noGrp="1"/>
          </p:cNvSpPr>
          <p:nvPr>
            <p:ph type="pic" sz="quarter" idx="10"/>
          </p:nvPr>
        </p:nvSpPr>
        <p:spPr>
          <a:xfrm>
            <a:off x="1413230" y="1519576"/>
            <a:ext cx="4352570" cy="4295531"/>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24" name="Freeform 17"/>
          <p:cNvSpPr/>
          <p:nvPr userDrawn="1"/>
        </p:nvSpPr>
        <p:spPr bwMode="auto">
          <a:xfrm>
            <a:off x="3216200"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5" name="Freeform 17"/>
          <p:cNvSpPr/>
          <p:nvPr userDrawn="1"/>
        </p:nvSpPr>
        <p:spPr bwMode="auto">
          <a:xfrm>
            <a:off x="6378832"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6" name="Freeform 17"/>
          <p:cNvSpPr/>
          <p:nvPr userDrawn="1"/>
        </p:nvSpPr>
        <p:spPr bwMode="auto">
          <a:xfrm>
            <a:off x="9541465"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20" name="图片 19"/>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4" name="Freeform 17"/>
          <p:cNvSpPr/>
          <p:nvPr userDrawn="1"/>
        </p:nvSpPr>
        <p:spPr bwMode="auto">
          <a:xfrm>
            <a:off x="53568"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图片占位符 12"/>
          <p:cNvSpPr>
            <a:spLocks noGrp="1"/>
          </p:cNvSpPr>
          <p:nvPr>
            <p:ph type="pic" sz="quarter" idx="10"/>
          </p:nvPr>
        </p:nvSpPr>
        <p:spPr>
          <a:xfrm>
            <a:off x="-6333"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
        <p:nvSpPr>
          <p:cNvPr id="21" name="图片占位符 12"/>
          <p:cNvSpPr>
            <a:spLocks noGrp="1"/>
          </p:cNvSpPr>
          <p:nvPr>
            <p:ph type="pic" sz="quarter" idx="11"/>
          </p:nvPr>
        </p:nvSpPr>
        <p:spPr>
          <a:xfrm>
            <a:off x="3120904"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
        <p:nvSpPr>
          <p:cNvPr id="22" name="图片占位符 12"/>
          <p:cNvSpPr>
            <a:spLocks noGrp="1"/>
          </p:cNvSpPr>
          <p:nvPr>
            <p:ph type="pic" sz="quarter" idx="12"/>
          </p:nvPr>
        </p:nvSpPr>
        <p:spPr>
          <a:xfrm>
            <a:off x="6248140"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
        <p:nvSpPr>
          <p:cNvPr id="23" name="图片占位符 12"/>
          <p:cNvSpPr>
            <a:spLocks noGrp="1"/>
          </p:cNvSpPr>
          <p:nvPr>
            <p:ph type="pic" sz="quarter" idx="13"/>
          </p:nvPr>
        </p:nvSpPr>
        <p:spPr>
          <a:xfrm>
            <a:off x="9375377"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图片包含 监视器, 电子产品, 室内, 就坐&#10;&#10;自动生成的说明"/>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837322" y="449217"/>
            <a:ext cx="2871578" cy="5959565"/>
          </a:xfrm>
          <a:prstGeom prst="rect">
            <a:avLst/>
          </a:prstGeom>
        </p:spPr>
      </p:pic>
      <p:sp>
        <p:nvSpPr>
          <p:cNvPr id="3" name="图片占位符 2"/>
          <p:cNvSpPr>
            <a:spLocks noGrp="1"/>
          </p:cNvSpPr>
          <p:nvPr>
            <p:ph type="pic" sz="quarter" idx="10"/>
          </p:nvPr>
        </p:nvSpPr>
        <p:spPr>
          <a:xfrm>
            <a:off x="5003800" y="1130300"/>
            <a:ext cx="2578100" cy="4597400"/>
          </a:xfrm>
        </p:spPr>
        <p:txBody>
          <a:bodyPr/>
          <a:lstStyle/>
          <a:p>
            <a:endParaRPr lang="zh-CN" altLang="en-US"/>
          </a:p>
        </p:txBody>
      </p:sp>
      <p:grpSp>
        <p:nvGrpSpPr>
          <p:cNvPr id="5" name="组合 4"/>
          <p:cNvGrpSpPr/>
          <p:nvPr userDrawn="1"/>
        </p:nvGrpSpPr>
        <p:grpSpPr>
          <a:xfrm>
            <a:off x="3195459" y="351347"/>
            <a:ext cx="6155304" cy="6155304"/>
            <a:chOff x="3195459" y="351347"/>
            <a:chExt cx="6155304" cy="6155304"/>
          </a:xfrm>
        </p:grpSpPr>
        <p:sp>
          <p:nvSpPr>
            <p:cNvPr id="4" name="椭圆 3"/>
            <p:cNvSpPr/>
            <p:nvPr userDrawn="1"/>
          </p:nvSpPr>
          <p:spPr>
            <a:xfrm>
              <a:off x="3415611" y="531996"/>
              <a:ext cx="5715000" cy="5715000"/>
            </a:xfrm>
            <a:prstGeom prst="ellipse">
              <a:avLst/>
            </a:prstGeom>
            <a:noFill/>
            <a:ln w="57150">
              <a:solidFill>
                <a:schemeClr val="accent1">
                  <a:shade val="50000"/>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195459" y="351347"/>
              <a:ext cx="6155304" cy="6155304"/>
            </a:xfrm>
            <a:prstGeom prst="ellipse">
              <a:avLst/>
            </a:prstGeom>
            <a:noFill/>
            <a:ln w="57150">
              <a:solidFill>
                <a:schemeClr val="accent1">
                  <a:shade val="50000"/>
                  <a:alpha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userDrawn="1"/>
        </p:nvGrpSpPr>
        <p:grpSpPr>
          <a:xfrm>
            <a:off x="1245243" y="-1417133"/>
            <a:ext cx="9613257" cy="9613257"/>
            <a:chOff x="3195459" y="351347"/>
            <a:chExt cx="6155304" cy="6155304"/>
          </a:xfrm>
        </p:grpSpPr>
        <p:sp>
          <p:nvSpPr>
            <p:cNvPr id="16" name="椭圆 15"/>
            <p:cNvSpPr/>
            <p:nvPr userDrawn="1"/>
          </p:nvSpPr>
          <p:spPr>
            <a:xfrm>
              <a:off x="3415611" y="531996"/>
              <a:ext cx="5715000" cy="5715000"/>
            </a:xfrm>
            <a:prstGeom prst="ellipse">
              <a:avLst/>
            </a:prstGeom>
            <a:noFill/>
            <a:ln w="57150">
              <a:solidFill>
                <a:schemeClr val="accent1">
                  <a:shade val="50000"/>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195459" y="351347"/>
              <a:ext cx="6155304" cy="6155304"/>
            </a:xfrm>
            <a:prstGeom prst="ellipse">
              <a:avLst/>
            </a:prstGeom>
            <a:noFill/>
            <a:ln w="57150">
              <a:solidFill>
                <a:schemeClr val="accent1">
                  <a:shade val="50000"/>
                  <a:alpha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标题和内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grpSp>
        <p:nvGrpSpPr>
          <p:cNvPr id="12" name="组合 11"/>
          <p:cNvGrpSpPr/>
          <p:nvPr userDrawn="1"/>
        </p:nvGrpSpPr>
        <p:grpSpPr>
          <a:xfrm>
            <a:off x="3195459" y="351347"/>
            <a:ext cx="6155304" cy="6155304"/>
            <a:chOff x="3195459" y="351347"/>
            <a:chExt cx="6155304" cy="6155304"/>
          </a:xfrm>
        </p:grpSpPr>
        <p:sp>
          <p:nvSpPr>
            <p:cNvPr id="13" name="椭圆 12"/>
            <p:cNvSpPr/>
            <p:nvPr userDrawn="1"/>
          </p:nvSpPr>
          <p:spPr>
            <a:xfrm>
              <a:off x="3415611" y="531996"/>
              <a:ext cx="5715000" cy="5715000"/>
            </a:xfrm>
            <a:prstGeom prst="ellipse">
              <a:avLst/>
            </a:prstGeom>
            <a:noFill/>
            <a:ln w="57150">
              <a:solidFill>
                <a:schemeClr val="accent1">
                  <a:shade val="50000"/>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3195459" y="351347"/>
              <a:ext cx="6155304" cy="6155304"/>
            </a:xfrm>
            <a:prstGeom prst="ellipse">
              <a:avLst/>
            </a:prstGeom>
            <a:noFill/>
            <a:ln w="57150">
              <a:solidFill>
                <a:schemeClr val="accent1">
                  <a:shade val="50000"/>
                  <a:alpha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userDrawn="1"/>
        </p:nvGrpSpPr>
        <p:grpSpPr>
          <a:xfrm>
            <a:off x="1245243" y="-1417133"/>
            <a:ext cx="9613257" cy="9613257"/>
            <a:chOff x="3195459" y="351347"/>
            <a:chExt cx="6155304" cy="6155304"/>
          </a:xfrm>
        </p:grpSpPr>
        <p:sp>
          <p:nvSpPr>
            <p:cNvPr id="17" name="椭圆 16"/>
            <p:cNvSpPr/>
            <p:nvPr userDrawn="1"/>
          </p:nvSpPr>
          <p:spPr>
            <a:xfrm>
              <a:off x="3415611" y="531996"/>
              <a:ext cx="5715000" cy="5715000"/>
            </a:xfrm>
            <a:prstGeom prst="ellipse">
              <a:avLst/>
            </a:prstGeom>
            <a:noFill/>
            <a:ln w="57150">
              <a:solidFill>
                <a:schemeClr val="accent1">
                  <a:shade val="50000"/>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3195459" y="351347"/>
              <a:ext cx="6155304" cy="6155304"/>
            </a:xfrm>
            <a:prstGeom prst="ellipse">
              <a:avLst/>
            </a:prstGeom>
            <a:noFill/>
            <a:ln w="57150">
              <a:solidFill>
                <a:schemeClr val="accent1">
                  <a:shade val="50000"/>
                  <a:alpha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23944" y="747146"/>
            <a:ext cx="6544112" cy="6134100"/>
          </a:xfrm>
          <a:prstGeom prst="rect">
            <a:avLst/>
          </a:prstGeom>
        </p:spPr>
      </p:pic>
      <p:sp>
        <p:nvSpPr>
          <p:cNvPr id="3" name="图片占位符 2"/>
          <p:cNvSpPr>
            <a:spLocks noGrp="1"/>
          </p:cNvSpPr>
          <p:nvPr>
            <p:ph type="pic" sz="quarter" idx="10"/>
          </p:nvPr>
        </p:nvSpPr>
        <p:spPr>
          <a:xfrm>
            <a:off x="3454400" y="1485900"/>
            <a:ext cx="5422900" cy="3048000"/>
          </a:xfrm>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A7170A4-4E3B-4F56-8FDD-F1EB4BDF678E}" type="datetime2">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1605DDA-53DD-4495-A1F6-B439BDA050E0}" type="datetime2">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F4C606B-CFB8-465D-A34A-AC76AB192DCE}" type="datetime2">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6539A2B-D617-4E97-B74E-572C8892BBDF}" type="datetime2">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5071933-39CF-414B-8F3E-1FA80C540CBD}" type="datetime2">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73B35B4-13DE-41D0-989F-92F8B73463C4}"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9EA381-2652-4789-B703-8168BBF1FDD9}"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29D340-5E09-4D59-97A7-00D321553642}" type="datetime2">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14"/>
          <p:cNvSpPr txBox="1"/>
          <p:nvPr/>
        </p:nvSpPr>
        <p:spPr>
          <a:xfrm>
            <a:off x="1244600" y="1762125"/>
            <a:ext cx="9702800" cy="2256155"/>
          </a:xfrm>
          <a:prstGeom prst="rect">
            <a:avLst/>
          </a:prstGeom>
        </p:spPr>
        <p:txBody>
          <a:bodyPr>
            <a:normAutofit lnSpcReduction="20000"/>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60000"/>
              </a:lnSpc>
            </a:pPr>
            <a:r>
              <a:rPr lang="en-US" altLang="zh-CN" sz="4800" dirty="0">
                <a:effectLst>
                  <a:outerShdw blurRad="38100" dist="38100" dir="2700000" algn="tl">
                    <a:srgbClr val="000000">
                      <a:alpha val="43137"/>
                    </a:srgbClr>
                  </a:outerShdw>
                </a:effectLst>
                <a:ea typeface="微软雅黑" panose="020B0503020204020204" pitchFamily="34" charset="-122"/>
              </a:rPr>
              <a:t>Web</a:t>
            </a:r>
            <a:r>
              <a:rPr lang="zh-CN" altLang="en-US" sz="4800" dirty="0">
                <a:effectLst>
                  <a:outerShdw blurRad="38100" dist="38100" dir="2700000" algn="tl">
                    <a:srgbClr val="000000">
                      <a:alpha val="43137"/>
                    </a:srgbClr>
                  </a:outerShdw>
                </a:effectLst>
                <a:ea typeface="微软雅黑" panose="020B0503020204020204" pitchFamily="34" charset="-122"/>
              </a:rPr>
              <a:t>服务器注入与一句话木马控制</a:t>
            </a:r>
            <a:endParaRPr lang="zh-CN" altLang="en-US" sz="4800" dirty="0">
              <a:effectLst>
                <a:outerShdw blurRad="38100" dist="38100" dir="2700000" algn="tl">
                  <a:srgbClr val="000000">
                    <a:alpha val="43137"/>
                  </a:srgbClr>
                </a:outerShdw>
              </a:effectLst>
              <a:ea typeface="微软雅黑" panose="020B0503020204020204" pitchFamily="34" charset="-122"/>
            </a:endParaRPr>
          </a:p>
          <a:p>
            <a:pPr algn="ctr">
              <a:lnSpc>
                <a:spcPct val="160000"/>
              </a:lnSpc>
            </a:pPr>
            <a:endParaRPr lang="zh-CN" altLang="en-US" sz="4800" dirty="0">
              <a:effectLst>
                <a:outerShdw blurRad="38100" dist="38100" dir="2700000" algn="tl">
                  <a:srgbClr val="000000">
                    <a:alpha val="43137"/>
                  </a:srgbClr>
                </a:outerShdw>
              </a:effectLst>
              <a:ea typeface="微软雅黑" panose="020B0503020204020204" pitchFamily="34" charset="-122"/>
            </a:endParaRPr>
          </a:p>
        </p:txBody>
      </p:sp>
      <p:sp>
        <p:nvSpPr>
          <p:cNvPr id="22" name="内容占位符 14"/>
          <p:cNvSpPr txBox="1"/>
          <p:nvPr/>
        </p:nvSpPr>
        <p:spPr>
          <a:xfrm>
            <a:off x="2897718" y="4116665"/>
            <a:ext cx="6472255" cy="1043362"/>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pPr>
            <a:r>
              <a:rPr lang="en-US" altLang="zh-CN" sz="2000" dirty="0">
                <a:ea typeface="微软雅黑" panose="020B0503020204020204" pitchFamily="34" charset="-122"/>
              </a:rPr>
              <a:t>2026</a:t>
            </a:r>
            <a:r>
              <a:rPr lang="zh-CN" altLang="en-US" sz="2000" dirty="0">
                <a:ea typeface="微软雅黑" panose="020B0503020204020204" pitchFamily="34" charset="-122"/>
              </a:rPr>
              <a:t>年</a:t>
            </a:r>
            <a:r>
              <a:rPr lang="en-US" altLang="zh-CN" sz="2000" dirty="0">
                <a:ea typeface="微软雅黑" panose="020B0503020204020204" pitchFamily="34" charset="-122"/>
              </a:rPr>
              <a:t>3</a:t>
            </a:r>
            <a:r>
              <a:rPr lang="zh-CN" altLang="en-US" sz="2000" dirty="0">
                <a:ea typeface="微软雅黑" panose="020B0503020204020204" pitchFamily="34" charset="-122"/>
              </a:rPr>
              <a:t>月</a:t>
            </a:r>
            <a:endParaRPr lang="zh-CN" altLang="en-US" sz="2000" dirty="0">
              <a:ea typeface="微软雅黑" panose="020B0503020204020204" pitchFamily="34" charset="-122"/>
            </a:endParaRPr>
          </a:p>
        </p:txBody>
      </p:sp>
      <p:grpSp>
        <p:nvGrpSpPr>
          <p:cNvPr id="2" name="组合 1"/>
          <p:cNvGrpSpPr/>
          <p:nvPr/>
        </p:nvGrpSpPr>
        <p:grpSpPr>
          <a:xfrm>
            <a:off x="8210295" y="3395010"/>
            <a:ext cx="1661328" cy="324811"/>
            <a:chOff x="7670799" y="3233111"/>
            <a:chExt cx="1661328" cy="324811"/>
          </a:xfrm>
        </p:grpSpPr>
        <p:cxnSp>
          <p:nvCxnSpPr>
            <p:cNvPr id="28" name="直接连接符 27"/>
            <p:cNvCxnSpPr/>
            <p:nvPr/>
          </p:nvCxnSpPr>
          <p:spPr>
            <a:xfrm>
              <a:off x="8199455" y="3410911"/>
              <a:ext cx="1003300" cy="0"/>
            </a:xfrm>
            <a:prstGeom prst="line">
              <a:avLst/>
            </a:prstGeom>
            <a:ln w="76200">
              <a:gradFill>
                <a:gsLst>
                  <a:gs pos="0">
                    <a:schemeClr val="accent1">
                      <a:alpha val="0"/>
                    </a:schemeClr>
                  </a:gs>
                  <a:gs pos="100000">
                    <a:schemeClr val="accent1"/>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328827" y="3557922"/>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670799" y="3233111"/>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90156" y="586122"/>
            <a:ext cx="863600" cy="863600"/>
          </a:xfrm>
          <a:prstGeom prst="rect">
            <a:avLst/>
          </a:prstGeom>
        </p:spPr>
      </p:pic>
      <p:grpSp>
        <p:nvGrpSpPr>
          <p:cNvPr id="3" name="组合 2"/>
          <p:cNvGrpSpPr/>
          <p:nvPr/>
        </p:nvGrpSpPr>
        <p:grpSpPr>
          <a:xfrm>
            <a:off x="1338244" y="1287316"/>
            <a:ext cx="1661328" cy="324811"/>
            <a:chOff x="2201844" y="1429711"/>
            <a:chExt cx="1661328" cy="324811"/>
          </a:xfrm>
        </p:grpSpPr>
        <p:cxnSp>
          <p:nvCxnSpPr>
            <p:cNvPr id="24" name="直接连接符 23"/>
            <p:cNvCxnSpPr/>
            <p:nvPr/>
          </p:nvCxnSpPr>
          <p:spPr>
            <a:xfrm>
              <a:off x="2730500" y="1607511"/>
              <a:ext cx="1003300" cy="0"/>
            </a:xfrm>
            <a:prstGeom prst="line">
              <a:avLst/>
            </a:prstGeom>
            <a:ln w="76200">
              <a:gradFill>
                <a:gsLst>
                  <a:gs pos="0">
                    <a:schemeClr val="accent1">
                      <a:alpha val="0"/>
                    </a:schemeClr>
                  </a:gs>
                  <a:gs pos="100000">
                    <a:schemeClr val="accent1"/>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859872" y="1754522"/>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2201844" y="1429711"/>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实验目的</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30" name="文本框 29"/>
          <p:cNvSpPr txBox="1"/>
          <p:nvPr/>
        </p:nvSpPr>
        <p:spPr>
          <a:xfrm>
            <a:off x="660400" y="1165225"/>
            <a:ext cx="9573895" cy="4399915"/>
          </a:xfrm>
          <a:prstGeom prst="rect">
            <a:avLst/>
          </a:prstGeom>
          <a:noFill/>
        </p:spPr>
        <p:txBody>
          <a:bodyPr wrap="square" rtlCol="0">
            <a:spAutoFit/>
          </a:bodyPr>
          <a:lstStyle/>
          <a:p>
            <a:pPr>
              <a:lnSpc>
                <a:spcPct val="200000"/>
              </a:lnSpc>
            </a:pPr>
            <a:r>
              <a:rPr lang="en-US" altLang="zh-CN" sz="2800" b="1" dirty="0">
                <a:solidFill>
                  <a:schemeClr val="bg2">
                    <a:lumMod val="25000"/>
                  </a:schemeClr>
                </a:solidFill>
                <a:latin typeface="+mn-ea"/>
              </a:rPr>
              <a:t>1. </a:t>
            </a:r>
            <a:r>
              <a:rPr lang="zh-CN" altLang="en-US" sz="2800" b="1" dirty="0">
                <a:solidFill>
                  <a:schemeClr val="bg2">
                    <a:lumMod val="25000"/>
                  </a:schemeClr>
                </a:solidFill>
                <a:latin typeface="+mn-ea"/>
              </a:rPr>
              <a:t>了解常见的网络服务器攻击手段</a:t>
            </a:r>
            <a:endParaRPr lang="zh-CN" altLang="en-US" sz="2800" b="1" dirty="0">
              <a:solidFill>
                <a:schemeClr val="bg2">
                  <a:lumMod val="25000"/>
                </a:schemeClr>
              </a:solidFill>
              <a:latin typeface="+mn-ea"/>
            </a:endParaRPr>
          </a:p>
          <a:p>
            <a:pPr>
              <a:lnSpc>
                <a:spcPct val="200000"/>
              </a:lnSpc>
            </a:pPr>
            <a:r>
              <a:rPr lang="en-US" altLang="zh-CN" sz="2800" b="1" dirty="0">
                <a:solidFill>
                  <a:schemeClr val="bg2">
                    <a:lumMod val="25000"/>
                  </a:schemeClr>
                </a:solidFill>
                <a:latin typeface="+mn-ea"/>
              </a:rPr>
              <a:t>2. </a:t>
            </a:r>
            <a:r>
              <a:rPr lang="zh-CN" altLang="en-US" sz="2800" b="1" dirty="0">
                <a:solidFill>
                  <a:schemeClr val="bg2">
                    <a:lumMod val="25000"/>
                  </a:schemeClr>
                </a:solidFill>
                <a:latin typeface="+mn-ea"/>
              </a:rPr>
              <a:t>了解常见的</a:t>
            </a:r>
            <a:r>
              <a:rPr lang="en-US" altLang="zh-CN" sz="2800" b="1" dirty="0">
                <a:solidFill>
                  <a:schemeClr val="bg2">
                    <a:lumMod val="25000"/>
                  </a:schemeClr>
                </a:solidFill>
                <a:latin typeface="+mn-ea"/>
              </a:rPr>
              <a:t>Web</a:t>
            </a:r>
            <a:r>
              <a:rPr lang="zh-CN" altLang="en-US" sz="2800" b="1" dirty="0">
                <a:solidFill>
                  <a:schemeClr val="bg2">
                    <a:lumMod val="25000"/>
                  </a:schemeClr>
                </a:solidFill>
                <a:latin typeface="+mn-ea"/>
              </a:rPr>
              <a:t>渗透手段</a:t>
            </a:r>
            <a:endParaRPr lang="zh-CN" altLang="en-US" sz="2800" b="1" dirty="0">
              <a:solidFill>
                <a:schemeClr val="bg2">
                  <a:lumMod val="25000"/>
                </a:schemeClr>
              </a:solidFill>
              <a:latin typeface="+mn-ea"/>
            </a:endParaRPr>
          </a:p>
          <a:p>
            <a:pPr>
              <a:lnSpc>
                <a:spcPct val="200000"/>
              </a:lnSpc>
            </a:pPr>
            <a:r>
              <a:rPr lang="en-US" sz="2800" b="1" dirty="0">
                <a:solidFill>
                  <a:schemeClr val="bg2">
                    <a:lumMod val="25000"/>
                  </a:schemeClr>
                </a:solidFill>
                <a:latin typeface="+mn-ea"/>
              </a:rPr>
              <a:t>3. </a:t>
            </a:r>
            <a:r>
              <a:rPr lang="zh-CN" altLang="en-US" sz="2800" b="1" dirty="0">
                <a:solidFill>
                  <a:schemeClr val="bg2">
                    <a:lumMod val="25000"/>
                  </a:schemeClr>
                </a:solidFill>
                <a:latin typeface="+mn-ea"/>
              </a:rPr>
              <a:t>了解如何针对攻击手段进行一些基础的安全维护</a:t>
            </a:r>
            <a:endParaRPr lang="zh-CN" altLang="en-US" sz="2800" b="1" dirty="0">
              <a:solidFill>
                <a:schemeClr val="bg2">
                  <a:lumMod val="25000"/>
                </a:schemeClr>
              </a:solidFill>
              <a:latin typeface="+mn-ea"/>
            </a:endParaRPr>
          </a:p>
          <a:p>
            <a:pPr>
              <a:lnSpc>
                <a:spcPct val="200000"/>
              </a:lnSpc>
            </a:pPr>
            <a:r>
              <a:rPr lang="en-US" altLang="zh-CN" sz="2800" b="1" dirty="0">
                <a:solidFill>
                  <a:schemeClr val="bg2">
                    <a:lumMod val="25000"/>
                  </a:schemeClr>
                </a:solidFill>
                <a:latin typeface="+mn-ea"/>
              </a:rPr>
              <a:t>4. </a:t>
            </a:r>
            <a:r>
              <a:rPr lang="zh-CN" altLang="en-US" sz="2800" b="1" dirty="0">
                <a:solidFill>
                  <a:schemeClr val="bg2">
                    <a:lumMod val="25000"/>
                  </a:schemeClr>
                </a:solidFill>
                <a:latin typeface="+mn-ea"/>
              </a:rPr>
              <a:t>培养网络安全意识</a:t>
            </a:r>
            <a:endParaRPr lang="zh-CN" altLang="en-US" sz="2800" b="1" dirty="0">
              <a:solidFill>
                <a:schemeClr val="bg2">
                  <a:lumMod val="25000"/>
                </a:schemeClr>
              </a:solidFill>
              <a:latin typeface="+mn-ea"/>
            </a:endParaRPr>
          </a:p>
          <a:p>
            <a:pPr>
              <a:lnSpc>
                <a:spcPct val="200000"/>
              </a:lnSpc>
            </a:pPr>
            <a:endParaRPr lang="zh-CN" altLang="en-US" sz="2800" b="1" dirty="0">
              <a:solidFill>
                <a:schemeClr val="bg2">
                  <a:lumMod val="25000"/>
                </a:schemeClr>
              </a:solidFill>
              <a:latin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实验环境</a:t>
            </a:r>
            <a:endPar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30" name="文本框 29"/>
          <p:cNvSpPr txBox="1"/>
          <p:nvPr/>
        </p:nvSpPr>
        <p:spPr>
          <a:xfrm>
            <a:off x="350520" y="1038225"/>
            <a:ext cx="11491595" cy="4544695"/>
          </a:xfrm>
          <a:prstGeom prst="rect">
            <a:avLst/>
          </a:prstGeom>
          <a:noFill/>
        </p:spPr>
        <p:txBody>
          <a:bodyPr wrap="square" rtlCol="0">
            <a:spAutoFit/>
          </a:bodyPr>
          <a:lstStyle/>
          <a:p>
            <a:pPr algn="l">
              <a:lnSpc>
                <a:spcPct val="140000"/>
              </a:lnSpc>
              <a:buClrTx/>
              <a:buSzTx/>
              <a:buFontTx/>
            </a:pPr>
            <a:r>
              <a:rPr lang="en-US" altLang="zh-CN" sz="2800" b="1" dirty="0">
                <a:solidFill>
                  <a:schemeClr val="bg2">
                    <a:lumMod val="25000"/>
                  </a:schemeClr>
                </a:solidFill>
                <a:latin typeface="+mn-ea"/>
              </a:rPr>
              <a:t>一台ubuntu的服务器+一台windows端主机/</a:t>
            </a:r>
            <a:endParaRPr lang="en-US" altLang="zh-CN" sz="2800" b="1" dirty="0">
              <a:solidFill>
                <a:schemeClr val="bg2">
                  <a:lumMod val="25000"/>
                </a:schemeClr>
              </a:solidFill>
              <a:latin typeface="+mn-ea"/>
            </a:endParaRPr>
          </a:p>
          <a:p>
            <a:pPr algn="l">
              <a:lnSpc>
                <a:spcPct val="140000"/>
              </a:lnSpc>
              <a:buClrTx/>
              <a:buSzTx/>
              <a:buFontTx/>
            </a:pPr>
            <a:r>
              <a:rPr lang="en-US" altLang="zh-CN" sz="2800" b="1" dirty="0">
                <a:solidFill>
                  <a:schemeClr val="bg2">
                    <a:lumMod val="25000"/>
                  </a:schemeClr>
                </a:solidFill>
                <a:latin typeface="+mn-ea"/>
              </a:rPr>
              <a:t>一台装有ubuntu环境虚拟机的windows端高性能主机</a:t>
            </a:r>
            <a:endParaRPr lang="en-US" altLang="zh-CN" sz="2800" b="1" dirty="0">
              <a:solidFill>
                <a:schemeClr val="bg2">
                  <a:lumMod val="25000"/>
                </a:schemeClr>
              </a:solidFill>
              <a:latin typeface="+mn-ea"/>
            </a:endParaRPr>
          </a:p>
          <a:p>
            <a:pPr algn="l">
              <a:lnSpc>
                <a:spcPct val="160000"/>
              </a:lnSpc>
              <a:buClrTx/>
              <a:buSzTx/>
              <a:buFontTx/>
            </a:pPr>
            <a:endParaRPr lang="zh-CN" altLang="en-US" sz="1200" dirty="0">
              <a:latin typeface="宋体" panose="02010600030101010101" pitchFamily="2" charset="-122"/>
              <a:ea typeface="宋体" panose="02010600030101010101" pitchFamily="2" charset="-122"/>
              <a:cs typeface="宋体" panose="02010600030101010101" pitchFamily="2" charset="-122"/>
            </a:endParaRPr>
          </a:p>
          <a:p>
            <a:pPr algn="l">
              <a:lnSpc>
                <a:spcPct val="160000"/>
              </a:lnSpc>
              <a:buClrTx/>
              <a:buSzTx/>
              <a:buFontTx/>
            </a:pPr>
            <a:r>
              <a:rPr lang="zh-CN" altLang="en-US" sz="2400" dirty="0">
                <a:latin typeface="宋体" panose="02010600030101010101" pitchFamily="2" charset="-122"/>
                <a:ea typeface="宋体" panose="02010600030101010101" pitchFamily="2" charset="-122"/>
                <a:cs typeface="宋体" panose="02010600030101010101" pitchFamily="2" charset="-122"/>
              </a:rPr>
              <a:t>攻击模拟：</a:t>
            </a:r>
            <a:r>
              <a:rPr lang="en-US" altLang="zh-CN" sz="2400" dirty="0">
                <a:latin typeface="宋体" panose="02010600030101010101" pitchFamily="2" charset="-122"/>
                <a:ea typeface="宋体" panose="02010600030101010101" pitchFamily="2" charset="-122"/>
                <a:cs typeface="宋体" panose="02010600030101010101" pitchFamily="2" charset="-122"/>
              </a:rPr>
              <a:t>LOIC (DDOS</a:t>
            </a:r>
            <a:r>
              <a:rPr lang="zh-CN" altLang="en-US" sz="2400" dirty="0">
                <a:latin typeface="宋体" panose="02010600030101010101" pitchFamily="2" charset="-122"/>
                <a:ea typeface="宋体" panose="02010600030101010101" pitchFamily="2" charset="-122"/>
                <a:cs typeface="宋体" panose="02010600030101010101" pitchFamily="2" charset="-122"/>
              </a:rPr>
              <a:t>攻击工具</a:t>
            </a:r>
            <a:r>
              <a:rPr lang="en-US" altLang="zh-CN" sz="2400" dirty="0">
                <a:latin typeface="宋体" panose="02010600030101010101" pitchFamily="2" charset="-122"/>
                <a:ea typeface="宋体" panose="02010600030101010101" pitchFamily="2" charset="-122"/>
                <a:cs typeface="宋体" panose="02010600030101010101" pitchFamily="2" charset="-122"/>
              </a:rPr>
              <a:t>), Sqlmap (SQL</a:t>
            </a:r>
            <a:r>
              <a:rPr lang="zh-CN" altLang="en-US" sz="2400" dirty="0">
                <a:latin typeface="宋体" panose="02010600030101010101" pitchFamily="2" charset="-122"/>
                <a:ea typeface="宋体" panose="02010600030101010101" pitchFamily="2" charset="-122"/>
                <a:cs typeface="宋体" panose="02010600030101010101" pitchFamily="2" charset="-122"/>
              </a:rPr>
              <a:t>注入工具</a:t>
            </a:r>
            <a:r>
              <a:rPr lang="en-US" altLang="zh-CN" sz="2400" dirty="0">
                <a:latin typeface="宋体" panose="02010600030101010101" pitchFamily="2" charset="-122"/>
                <a:ea typeface="宋体" panose="02010600030101010101" pitchFamily="2" charset="-122"/>
                <a:cs typeface="宋体" panose="02010600030101010101" pitchFamily="2" charset="-122"/>
              </a:rPr>
              <a:t>), Burp Suite (</a:t>
            </a:r>
            <a:r>
              <a:rPr lang="zh-CN" altLang="en-US" sz="2400" dirty="0">
                <a:latin typeface="宋体" panose="02010600030101010101" pitchFamily="2" charset="-122"/>
                <a:ea typeface="宋体" panose="02010600030101010101" pitchFamily="2" charset="-122"/>
                <a:cs typeface="宋体" panose="02010600030101010101" pitchFamily="2" charset="-122"/>
              </a:rPr>
              <a:t>抓包</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改包工具</a:t>
            </a:r>
            <a:r>
              <a:rPr lang="en-US" altLang="zh-CN" sz="2400" dirty="0">
                <a:latin typeface="宋体" panose="02010600030101010101" pitchFamily="2" charset="-122"/>
                <a:ea typeface="宋体" panose="02010600030101010101" pitchFamily="2" charset="-122"/>
                <a:cs typeface="宋体" panose="02010600030101010101" pitchFamily="2" charset="-122"/>
              </a:rPr>
              <a:t>)</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l">
              <a:lnSpc>
                <a:spcPct val="160000"/>
              </a:lnSpc>
              <a:buClrTx/>
              <a:buSzTx/>
              <a:buFontTx/>
            </a:pPr>
            <a:r>
              <a:rPr lang="zh-CN" altLang="en-US" sz="2400" dirty="0">
                <a:latin typeface="宋体" panose="02010600030101010101" pitchFamily="2" charset="-122"/>
                <a:ea typeface="宋体" panose="02010600030101010101" pitchFamily="2" charset="-122"/>
                <a:cs typeface="宋体" panose="02010600030101010101" pitchFamily="2" charset="-122"/>
              </a:rPr>
              <a:t>靶场环境：</a:t>
            </a:r>
            <a:r>
              <a:rPr lang="en-US" altLang="zh-CN" sz="2400" dirty="0">
                <a:latin typeface="宋体" panose="02010600030101010101" pitchFamily="2" charset="-122"/>
                <a:ea typeface="宋体" panose="02010600030101010101" pitchFamily="2" charset="-122"/>
                <a:cs typeface="宋体" panose="02010600030101010101" pitchFamily="2" charset="-122"/>
              </a:rPr>
              <a:t>Pikachu (</a:t>
            </a:r>
            <a:r>
              <a:rPr lang="zh-CN" altLang="en-US" sz="2400" dirty="0">
                <a:latin typeface="宋体" panose="02010600030101010101" pitchFamily="2" charset="-122"/>
                <a:ea typeface="宋体" panose="02010600030101010101" pitchFamily="2" charset="-122"/>
                <a:cs typeface="宋体" panose="02010600030101010101" pitchFamily="2" charset="-122"/>
              </a:rPr>
              <a:t>漏洞练习平台</a:t>
            </a:r>
            <a:r>
              <a:rPr lang="en-US" altLang="zh-CN" sz="2400" dirty="0">
                <a:latin typeface="宋体" panose="02010600030101010101" pitchFamily="2" charset="-122"/>
                <a:ea typeface="宋体" panose="02010600030101010101" pitchFamily="2" charset="-122"/>
                <a:cs typeface="宋体" panose="02010600030101010101" pitchFamily="2" charset="-122"/>
              </a:rPr>
              <a:t>), Phpstudy (Web</a:t>
            </a:r>
            <a:r>
              <a:rPr lang="zh-CN" altLang="en-US" sz="2400" dirty="0">
                <a:latin typeface="宋体" panose="02010600030101010101" pitchFamily="2" charset="-122"/>
                <a:ea typeface="宋体" panose="02010600030101010101" pitchFamily="2" charset="-122"/>
                <a:cs typeface="宋体" panose="02010600030101010101" pitchFamily="2" charset="-122"/>
              </a:rPr>
              <a:t>环境集成工具</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，用于部署靶机</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l">
              <a:lnSpc>
                <a:spcPct val="160000"/>
              </a:lnSpc>
              <a:buClrTx/>
              <a:buSzTx/>
              <a:buFontTx/>
            </a:pPr>
            <a:r>
              <a:rPr lang="zh-CN" altLang="en-US" sz="2400" dirty="0">
                <a:latin typeface="宋体" panose="02010600030101010101" pitchFamily="2" charset="-122"/>
                <a:ea typeface="宋体" panose="02010600030101010101" pitchFamily="2" charset="-122"/>
                <a:cs typeface="宋体" panose="02010600030101010101" pitchFamily="2" charset="-122"/>
              </a:rPr>
              <a:t>木马控制：中国蚁剑</a:t>
            </a:r>
            <a:r>
              <a:rPr lang="en-US" altLang="zh-CN" sz="2400" dirty="0">
                <a:latin typeface="宋体" panose="02010600030101010101" pitchFamily="2" charset="-122"/>
                <a:ea typeface="宋体" panose="02010600030101010101" pitchFamily="2" charset="-122"/>
                <a:cs typeface="宋体" panose="02010600030101010101" pitchFamily="2" charset="-122"/>
              </a:rPr>
              <a:t> (AntSword) Loader</a:t>
            </a:r>
            <a:r>
              <a:rPr lang="zh-CN" altLang="en-US" sz="2400" dirty="0">
                <a:latin typeface="宋体" panose="02010600030101010101" pitchFamily="2" charset="-122"/>
                <a:ea typeface="宋体" panose="02010600030101010101" pitchFamily="2" charset="-122"/>
                <a:cs typeface="宋体" panose="02010600030101010101" pitchFamily="2" charset="-122"/>
              </a:rPr>
              <a:t>及主体程序，用于连接和控制</a:t>
            </a:r>
            <a:r>
              <a:rPr lang="en-US" altLang="zh-CN" sz="2400" dirty="0">
                <a:latin typeface="宋体" panose="02010600030101010101" pitchFamily="2" charset="-122"/>
                <a:ea typeface="宋体" panose="02010600030101010101" pitchFamily="2" charset="-122"/>
                <a:cs typeface="宋体" panose="02010600030101010101" pitchFamily="2" charset="-122"/>
              </a:rPr>
              <a:t>Webshell</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l">
              <a:lnSpc>
                <a:spcPct val="160000"/>
              </a:lnSpc>
              <a:buClrTx/>
              <a:buSzTx/>
              <a:buFontTx/>
            </a:pPr>
            <a:r>
              <a:rPr lang="zh-CN" altLang="en-US" sz="2400" dirty="0">
                <a:latin typeface="宋体" panose="02010600030101010101" pitchFamily="2" charset="-122"/>
                <a:ea typeface="宋体" panose="02010600030101010101" pitchFamily="2" charset="-122"/>
                <a:cs typeface="宋体" panose="02010600030101010101" pitchFamily="2" charset="-122"/>
              </a:rPr>
              <a:t>嗅探工具：</a:t>
            </a:r>
            <a:r>
              <a:rPr lang="en-US" altLang="zh-CN" sz="2400" dirty="0">
                <a:latin typeface="宋体" panose="02010600030101010101" pitchFamily="2" charset="-122"/>
                <a:ea typeface="宋体" panose="02010600030101010101" pitchFamily="2" charset="-122"/>
                <a:cs typeface="宋体" panose="02010600030101010101" pitchFamily="2" charset="-122"/>
              </a:rPr>
              <a:t>Dsniff</a:t>
            </a:r>
            <a:r>
              <a:rPr lang="zh-CN" altLang="en-US" sz="2400" dirty="0">
                <a:latin typeface="宋体" panose="02010600030101010101" pitchFamily="2" charset="-122"/>
                <a:ea typeface="宋体" panose="02010600030101010101" pitchFamily="2" charset="-122"/>
                <a:cs typeface="宋体" panose="02010600030101010101" pitchFamily="2" charset="-122"/>
              </a:rPr>
              <a:t>，用于实施</a:t>
            </a:r>
            <a:r>
              <a:rPr lang="en-US" altLang="zh-CN" sz="2400" dirty="0">
                <a:latin typeface="宋体" panose="02010600030101010101" pitchFamily="2" charset="-122"/>
                <a:ea typeface="宋体" panose="02010600030101010101" pitchFamily="2" charset="-122"/>
                <a:cs typeface="宋体" panose="02010600030101010101" pitchFamily="2" charset="-122"/>
              </a:rPr>
              <a:t>ARP</a:t>
            </a:r>
            <a:r>
              <a:rPr lang="zh-CN" altLang="en-US" sz="2400" dirty="0">
                <a:latin typeface="宋体" panose="02010600030101010101" pitchFamily="2" charset="-122"/>
                <a:ea typeface="宋体" panose="02010600030101010101" pitchFamily="2" charset="-122"/>
                <a:cs typeface="宋体" panose="02010600030101010101" pitchFamily="2" charset="-122"/>
              </a:rPr>
              <a:t>欺骗和网络流量嗅探</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14" name="文本框 13"/>
          <p:cNvSpPr txBox="1"/>
          <p:nvPr/>
        </p:nvSpPr>
        <p:spPr>
          <a:xfrm>
            <a:off x="3048000" y="3161665"/>
            <a:ext cx="6096000" cy="534035"/>
          </a:xfrm>
          <a:prstGeom prst="rect">
            <a:avLst/>
          </a:prstGeom>
          <a:noFill/>
        </p:spPr>
        <p:txBody>
          <a:bodyPr wrap="square" rtlCol="0">
            <a:spAutoFit/>
          </a:bodyPr>
          <a:p>
            <a:pPr algn="l">
              <a:lnSpc>
                <a:spcPct val="160000"/>
              </a:lnSpc>
              <a:buClrTx/>
              <a:buSzTx/>
              <a:buFontTx/>
            </a:pP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Part 1 </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拒绝服务与欺骗</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50520" y="1038225"/>
            <a:ext cx="11720195" cy="5689600"/>
          </a:xfrm>
          <a:prstGeom prst="rect">
            <a:avLst/>
          </a:prstGeom>
          <a:noFill/>
        </p:spPr>
        <p:txBody>
          <a:bodyPr wrap="square" rtlCol="0">
            <a:spAutoFit/>
          </a:bodyPr>
          <a:lstStyle/>
          <a:p>
            <a:pPr algn="l">
              <a:lnSpc>
                <a:spcPct val="140000"/>
              </a:lnSpc>
              <a:buClrTx/>
              <a:buSzTx/>
              <a:buFontTx/>
            </a:pPr>
            <a:r>
              <a:rPr lang="en-US" sz="2800" b="1" dirty="0">
                <a:solidFill>
                  <a:schemeClr val="bg2">
                    <a:lumMod val="25000"/>
                  </a:schemeClr>
                </a:solidFill>
                <a:latin typeface="+mn-ea"/>
              </a:rPr>
              <a:t>DDOS</a:t>
            </a:r>
            <a:r>
              <a:rPr lang="zh-CN" altLang="en-US" sz="2800" b="1" dirty="0">
                <a:solidFill>
                  <a:schemeClr val="bg2">
                    <a:lumMod val="25000"/>
                  </a:schemeClr>
                </a:solidFill>
                <a:latin typeface="+mn-ea"/>
              </a:rPr>
              <a:t>攻击</a:t>
            </a:r>
            <a:endParaRPr lang="zh-CN" altLang="en-US" sz="2800" b="1" dirty="0">
              <a:solidFill>
                <a:schemeClr val="bg2">
                  <a:lumMod val="25000"/>
                </a:schemeClr>
              </a:solidFill>
              <a:latin typeface="+mn-ea"/>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原理：</a:t>
            </a:r>
            <a:r>
              <a:rPr kumimoji="1" lang="zh-CN" altLang="en-US" sz="2800" dirty="0">
                <a:latin typeface="宋体" panose="02010600030101010101" pitchFamily="2" charset="-122"/>
                <a:ea typeface="宋体" panose="02010600030101010101" pitchFamily="2" charset="-122"/>
                <a:cs typeface="宋体" panose="02010600030101010101" pitchFamily="2" charset="-122"/>
                <a:sym typeface="+mn-lt"/>
              </a:rPr>
              <a:t>攻击者通过控制僵尸网络中的大量计算机同时向目标服务器发送海量无效请求，耗尽其网络带宽或系统资源，导致正常服务无法访问。</a:t>
            </a:r>
            <a:endParaRPr lang="en-US" sz="2800" dirty="0">
              <a:latin typeface="宋体" panose="02010600030101010101" pitchFamily="2" charset="-122"/>
              <a:ea typeface="宋体" panose="02010600030101010101" pitchFamily="2" charset="-122"/>
              <a:cs typeface="宋体" panose="02010600030101010101" pitchFamily="2" charset="-122"/>
            </a:endParaRPr>
          </a:p>
          <a:p>
            <a:pPr algn="just">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实操：</a:t>
            </a:r>
            <a:r>
              <a:rPr kumimoji="1" lang="zh-CN" altLang="en-US" sz="2800" dirty="0">
                <a:latin typeface="宋体" panose="02010600030101010101" pitchFamily="2" charset="-122"/>
                <a:ea typeface="宋体" panose="02010600030101010101" pitchFamily="2" charset="-122"/>
                <a:cs typeface="宋体" panose="02010600030101010101" pitchFamily="2" charset="-122"/>
                <a:sym typeface="+mn-lt"/>
              </a:rPr>
              <a:t>使用LOIC工具，配置目标IP地址与端口，选择攻击模式（如TCP/UDP洪水），发起攻击。在目标服务器中使用Wireshark抓包软件，观察到异常的流量激增，即可验证攻击成功。</a:t>
            </a:r>
            <a:endParaRPr lang="en-US" sz="2800" dirty="0">
              <a:latin typeface="宋体" panose="02010600030101010101" pitchFamily="2" charset="-122"/>
              <a:ea typeface="宋体" panose="02010600030101010101" pitchFamily="2" charset="-122"/>
              <a:cs typeface="宋体" panose="02010600030101010101" pitchFamily="2" charset="-122"/>
            </a:endParaRPr>
          </a:p>
          <a:p>
            <a:pPr algn="l">
              <a:lnSpc>
                <a:spcPct val="140000"/>
              </a:lnSpc>
              <a:buClrTx/>
              <a:buSzTx/>
              <a:buFontTx/>
            </a:pPr>
            <a:endParaRPr lang="en-US" sz="2800" b="1" dirty="0">
              <a:solidFill>
                <a:schemeClr val="bg2">
                  <a:lumMod val="25000"/>
                </a:schemeClr>
              </a:solidFill>
              <a:latin typeface="+mn-ea"/>
            </a:endParaRPr>
          </a:p>
          <a:p>
            <a:pPr algn="l">
              <a:lnSpc>
                <a:spcPct val="140000"/>
              </a:lnSpc>
              <a:buClrTx/>
              <a:buSzTx/>
              <a:buFontTx/>
            </a:pPr>
            <a:endParaRPr lang="en-US" sz="24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Part 1 </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拒绝服务与欺骗</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50520" y="1254125"/>
            <a:ext cx="11720195" cy="4311650"/>
          </a:xfrm>
          <a:prstGeom prst="rect">
            <a:avLst/>
          </a:prstGeom>
          <a:noFill/>
        </p:spPr>
        <p:txBody>
          <a:bodyPr wrap="square" rtlCol="0">
            <a:spAutoFit/>
          </a:bodyPr>
          <a:lstStyle/>
          <a:p>
            <a:pPr algn="l">
              <a:lnSpc>
                <a:spcPct val="140000"/>
              </a:lnSpc>
              <a:buClrTx/>
              <a:buSzTx/>
              <a:buFontTx/>
            </a:pPr>
            <a:r>
              <a:rPr lang="en-US" sz="2800" b="1" dirty="0">
                <a:solidFill>
                  <a:schemeClr val="bg2">
                    <a:lumMod val="25000"/>
                  </a:schemeClr>
                </a:solidFill>
                <a:latin typeface="+mn-ea"/>
              </a:rPr>
              <a:t>ARP</a:t>
            </a:r>
            <a:r>
              <a:rPr lang="zh-CN" altLang="en-US" sz="2800" b="1" dirty="0">
                <a:solidFill>
                  <a:schemeClr val="bg2">
                    <a:lumMod val="25000"/>
                  </a:schemeClr>
                </a:solidFill>
                <a:latin typeface="+mn-ea"/>
              </a:rPr>
              <a:t>欺骗攻击</a:t>
            </a:r>
            <a:endParaRPr lang="zh-CN" altLang="en-US" sz="2800" b="1" dirty="0">
              <a:solidFill>
                <a:schemeClr val="bg2">
                  <a:lumMod val="25000"/>
                </a:schemeClr>
              </a:solidFill>
              <a:latin typeface="+mn-ea"/>
            </a:endParaRPr>
          </a:p>
          <a:p>
            <a:pPr algn="just">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原理：</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攻击者在局域网内伪造ARP应答包，欺骗目标主机和网关将数据包发送给攻击者，从而实现流量拦截。</a:t>
            </a:r>
            <a:endParaRPr lang="en-US" sz="2800" dirty="0">
              <a:latin typeface="宋体" panose="02010600030101010101" pitchFamily="2" charset="-122"/>
              <a:ea typeface="宋体" panose="02010600030101010101" pitchFamily="2" charset="-122"/>
              <a:cs typeface="宋体" panose="02010600030101010101" pitchFamily="2" charset="-122"/>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实操：</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安装</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D</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sniff工具套件，使用arpspoof命令，指定目标IP和网关IP，实施ARP欺骗，通过网速测试网站验证</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ARP</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欺骗是否成功。</a:t>
            </a:r>
            <a:endParaRPr 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endParaRPr>
          </a:p>
          <a:p>
            <a:pPr algn="l">
              <a:lnSpc>
                <a:spcPct val="140000"/>
              </a:lnSpc>
              <a:buClrTx/>
              <a:buSzTx/>
              <a:buFontTx/>
            </a:pPr>
            <a:endParaRPr lang="en-US" sz="24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Part 2 </a:t>
            </a: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SQL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注入实战</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50520" y="1038225"/>
            <a:ext cx="11720195" cy="6034405"/>
          </a:xfrm>
          <a:prstGeom prst="rect">
            <a:avLst/>
          </a:prstGeom>
          <a:noFill/>
        </p:spPr>
        <p:txBody>
          <a:bodyPr wrap="square" rtlCol="0">
            <a:spAutoFit/>
          </a:bodyPr>
          <a:lstStyle/>
          <a:p>
            <a:pPr algn="l">
              <a:lnSpc>
                <a:spcPct val="180000"/>
              </a:lnSpc>
              <a:buClrTx/>
              <a:buSzTx/>
              <a:buFontTx/>
            </a:pPr>
            <a:r>
              <a:rPr lang="en-US" sz="2800" b="1" dirty="0">
                <a:solidFill>
                  <a:schemeClr val="bg2">
                    <a:lumMod val="25000"/>
                  </a:schemeClr>
                </a:solidFill>
                <a:latin typeface="+mn-ea"/>
              </a:rPr>
              <a:t>SQL</a:t>
            </a:r>
            <a:r>
              <a:rPr lang="zh-CN" altLang="en-US" sz="2800" b="1" dirty="0">
                <a:solidFill>
                  <a:schemeClr val="bg2">
                    <a:lumMod val="25000"/>
                  </a:schemeClr>
                </a:solidFill>
                <a:latin typeface="+mn-ea"/>
              </a:rPr>
              <a:t>注入</a:t>
            </a:r>
            <a:endParaRPr lang="zh-CN" altLang="en-US" sz="2800" b="1" dirty="0">
              <a:solidFill>
                <a:schemeClr val="bg2">
                  <a:lumMod val="25000"/>
                </a:schemeClr>
              </a:solidFill>
              <a:latin typeface="+mn-ea"/>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原理：</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指攻击者将恶意的</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SQL</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代码片段插入到</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Web</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应用程序的输入字段中，欺骗服务器执行非预期的</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SQL</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命令。</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lt"/>
            </a:endParaRPr>
          </a:p>
          <a:p>
            <a:pPr algn="just">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实操：</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在</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Ubuntu</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靶机上部署</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Pikachu</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靶场，作为</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SQL</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注入的实验目标。</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在Windows攻击机上安装Python环境及Sqlmap工具，通过</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SQL</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注入获取数据库中的信息。</a:t>
            </a:r>
            <a:endParaRPr lang="en-US" sz="2800" dirty="0">
              <a:latin typeface="宋体" panose="02010600030101010101" pitchFamily="2" charset="-122"/>
              <a:ea typeface="宋体" panose="02010600030101010101" pitchFamily="2" charset="-122"/>
              <a:cs typeface="宋体" panose="02010600030101010101" pitchFamily="2" charset="-122"/>
            </a:endParaRPr>
          </a:p>
          <a:p>
            <a:pPr algn="l">
              <a:lnSpc>
                <a:spcPct val="180000"/>
              </a:lnSpc>
              <a:buClrTx/>
              <a:buSzTx/>
              <a:buFontTx/>
            </a:pPr>
            <a:endParaRPr lang="en-US" sz="2800" b="1" dirty="0">
              <a:solidFill>
                <a:schemeClr val="bg2">
                  <a:lumMod val="25000"/>
                </a:schemeClr>
              </a:solidFill>
              <a:latin typeface="+mn-ea"/>
            </a:endParaRPr>
          </a:p>
          <a:p>
            <a:pPr algn="l">
              <a:lnSpc>
                <a:spcPct val="140000"/>
              </a:lnSpc>
              <a:buClrTx/>
              <a:buSzTx/>
              <a:buFontTx/>
            </a:pPr>
            <a:endParaRPr lang="en-US" sz="24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Part 3 </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会话劫持与文件包含</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50520" y="1038225"/>
            <a:ext cx="11720195" cy="5517515"/>
          </a:xfrm>
          <a:prstGeom prst="rect">
            <a:avLst/>
          </a:prstGeom>
          <a:noFill/>
        </p:spPr>
        <p:txBody>
          <a:bodyPr wrap="square" rtlCol="0">
            <a:spAutoFit/>
          </a:bodyPr>
          <a:lstStyle/>
          <a:p>
            <a:pPr algn="l">
              <a:lnSpc>
                <a:spcPct val="180000"/>
              </a:lnSpc>
              <a:buClrTx/>
              <a:buSzTx/>
              <a:buFontTx/>
            </a:pPr>
            <a:r>
              <a:rPr lang="en-US" altLang="zh-CN" sz="2800" b="1" dirty="0">
                <a:solidFill>
                  <a:schemeClr val="bg2">
                    <a:lumMod val="25000"/>
                  </a:schemeClr>
                </a:solidFill>
                <a:latin typeface="+mn-ea"/>
              </a:rPr>
              <a:t>cookie</a:t>
            </a:r>
            <a:r>
              <a:rPr lang="zh-CN" altLang="en-US" sz="2800" b="1" dirty="0">
                <a:solidFill>
                  <a:schemeClr val="bg2">
                    <a:lumMod val="25000"/>
                  </a:schemeClr>
                </a:solidFill>
                <a:latin typeface="+mn-ea"/>
              </a:rPr>
              <a:t>攻击</a:t>
            </a:r>
            <a:endParaRPr lang="zh-CN" altLang="en-US" sz="2800" b="1" dirty="0">
              <a:solidFill>
                <a:schemeClr val="bg2">
                  <a:lumMod val="25000"/>
                </a:schemeClr>
              </a:solidFill>
              <a:latin typeface="+mn-ea"/>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原理：</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Cookie</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是服务器发送给浏览器的一小段数据，用于存储用户会话信息，如登录状态、用户</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ID</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等。如果网站存在</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XSS</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漏洞，攻击者可注入恶意</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JavaScript</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代码，当其他用户浏览该页面时，脚本会在其浏览器中执行，从而窃取用户的</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Cookie</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lt"/>
            </a:endParaRPr>
          </a:p>
          <a:p>
            <a:pPr algn="just">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实操：</a:t>
            </a:r>
            <a:r>
              <a:rPr lang="zh-CN" sz="2800" dirty="0">
                <a:latin typeface="宋体" panose="02010600030101010101" pitchFamily="2" charset="-122"/>
                <a:ea typeface="宋体" panose="02010600030101010101" pitchFamily="2" charset="-122"/>
                <a:cs typeface="宋体" panose="02010600030101010101" pitchFamily="2" charset="-122"/>
                <a:sym typeface="+mn-lt"/>
              </a:rPr>
              <a:t>安装</a:t>
            </a:r>
            <a:r>
              <a:rPr lang="en-US" altLang="zh-CN" sz="2800" dirty="0">
                <a:latin typeface="宋体" panose="02010600030101010101" pitchFamily="2" charset="-122"/>
                <a:ea typeface="宋体" panose="02010600030101010101" pitchFamily="2" charset="-122"/>
                <a:cs typeface="宋体" panose="02010600030101010101" pitchFamily="2" charset="-122"/>
                <a:sym typeface="+mn-ea"/>
              </a:rPr>
              <a:t>Phpstudy</a:t>
            </a:r>
            <a:r>
              <a:rPr lang="zh-CN" altLang="en-US" sz="2800" dirty="0">
                <a:latin typeface="宋体" panose="02010600030101010101" pitchFamily="2" charset="-122"/>
                <a:ea typeface="宋体" panose="02010600030101010101" pitchFamily="2" charset="-122"/>
                <a:cs typeface="宋体" panose="02010600030101010101" pitchFamily="2" charset="-122"/>
                <a:sym typeface="+mn-ea"/>
              </a:rPr>
              <a:t>工具和</a:t>
            </a:r>
            <a:r>
              <a:rPr lang="en-US" altLang="zh-CN" sz="2800" dirty="0">
                <a:latin typeface="宋体" panose="02010600030101010101" pitchFamily="2" charset="-122"/>
                <a:ea typeface="宋体" panose="02010600030101010101" pitchFamily="2" charset="-122"/>
                <a:cs typeface="宋体" panose="02010600030101010101" pitchFamily="2" charset="-122"/>
                <a:sym typeface="+mn-ea"/>
              </a:rPr>
              <a:t>Pikachu</a:t>
            </a:r>
            <a:r>
              <a:rPr lang="zh-CN" altLang="en-US" sz="2800" dirty="0">
                <a:latin typeface="宋体" panose="02010600030101010101" pitchFamily="2" charset="-122"/>
                <a:ea typeface="宋体" panose="02010600030101010101" pitchFamily="2" charset="-122"/>
                <a:cs typeface="宋体" panose="02010600030101010101" pitchFamily="2" charset="-122"/>
                <a:sym typeface="+mn-ea"/>
              </a:rPr>
              <a:t>靶场，</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在浏览器中修改指定页面属性，注入非法代码，构造非法链接窃取</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Cookie</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Part 3 </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会话劫持与文件包含</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50520" y="1038225"/>
            <a:ext cx="11720195" cy="3967480"/>
          </a:xfrm>
          <a:prstGeom prst="rect">
            <a:avLst/>
          </a:prstGeom>
          <a:noFill/>
        </p:spPr>
        <p:txBody>
          <a:bodyPr wrap="square" rtlCol="0">
            <a:spAutoFit/>
          </a:bodyPr>
          <a:lstStyle/>
          <a:p>
            <a:pPr algn="l">
              <a:lnSpc>
                <a:spcPct val="180000"/>
              </a:lnSpc>
              <a:buClrTx/>
              <a:buSzTx/>
              <a:buFontTx/>
            </a:pPr>
            <a:r>
              <a:rPr lang="zh-CN" altLang="en-US" sz="2800" b="1" dirty="0">
                <a:solidFill>
                  <a:schemeClr val="bg2">
                    <a:lumMod val="25000"/>
                  </a:schemeClr>
                </a:solidFill>
                <a:latin typeface="+mn-ea"/>
              </a:rPr>
              <a:t>文件包含漏洞</a:t>
            </a:r>
            <a:endParaRPr lang="zh-CN" altLang="en-US" sz="2800" b="1" dirty="0">
              <a:solidFill>
                <a:schemeClr val="bg2">
                  <a:lumMod val="25000"/>
                </a:schemeClr>
              </a:solidFill>
              <a:latin typeface="+mn-ea"/>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原理：</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Web</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应用程序在动态包含文件时，未对用户输入的文件名参数进行严格过滤，导致攻击者可以包含服务器上的任意文件或远程服务器上的恶意文件。</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lt"/>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实操：</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利用漏洞读取</a:t>
            </a:r>
            <a:r>
              <a:rPr lang="en-US" altLang="zh-CN" sz="2800" dirty="0">
                <a:latin typeface="宋体" panose="02010600030101010101" pitchFamily="2" charset="-122"/>
                <a:ea typeface="宋体" panose="02010600030101010101" pitchFamily="2" charset="-122"/>
                <a:cs typeface="宋体" panose="02010600030101010101" pitchFamily="2" charset="-122"/>
                <a:sym typeface="+mn-ea"/>
              </a:rPr>
              <a:t>Pikachu</a:t>
            </a:r>
            <a:r>
              <a:rPr lang="zh-CN" altLang="en-US" sz="2800" dirty="0">
                <a:latin typeface="宋体" panose="02010600030101010101" pitchFamily="2" charset="-122"/>
                <a:ea typeface="宋体" panose="02010600030101010101" pitchFamily="2" charset="-122"/>
                <a:cs typeface="宋体" panose="02010600030101010101" pitchFamily="2" charset="-122"/>
                <a:sym typeface="+mn-ea"/>
              </a:rPr>
              <a:t>靶场</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服务器上的敏感配置文件。</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Part 4 </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文件不安全上传下载与木马控制</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50520" y="1038225"/>
            <a:ext cx="11720195" cy="4742815"/>
          </a:xfrm>
          <a:prstGeom prst="rect">
            <a:avLst/>
          </a:prstGeom>
          <a:noFill/>
        </p:spPr>
        <p:txBody>
          <a:bodyPr wrap="square" rtlCol="0">
            <a:spAutoFit/>
          </a:bodyPr>
          <a:lstStyle/>
          <a:p>
            <a:pPr algn="l">
              <a:lnSpc>
                <a:spcPct val="180000"/>
              </a:lnSpc>
              <a:buClrTx/>
              <a:buSzTx/>
              <a:buFontTx/>
            </a:pPr>
            <a:r>
              <a:rPr lang="zh-CN" altLang="en-US" sz="2800" b="1" dirty="0">
                <a:solidFill>
                  <a:schemeClr val="bg2">
                    <a:lumMod val="25000"/>
                  </a:schemeClr>
                </a:solidFill>
                <a:latin typeface="+mn-ea"/>
              </a:rPr>
              <a:t>文件不安全下载</a:t>
            </a:r>
            <a:endParaRPr lang="zh-CN" altLang="en-US" sz="2800" b="1" dirty="0">
              <a:solidFill>
                <a:schemeClr val="bg2">
                  <a:lumMod val="25000"/>
                </a:schemeClr>
              </a:solidFill>
              <a:latin typeface="+mn-ea"/>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原理：</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Web</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应用程序在动态包含文件时，未对用户输入的文件名参数进行严格过滤，导致攻击者可以包含服务器上的任意文件或远程服务器上的恶意文件。</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lt"/>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实操：</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利用漏洞下载</a:t>
            </a:r>
            <a:r>
              <a:rPr lang="en-US" altLang="zh-CN" sz="2800" dirty="0">
                <a:latin typeface="宋体" panose="02010600030101010101" pitchFamily="2" charset="-122"/>
                <a:ea typeface="宋体" panose="02010600030101010101" pitchFamily="2" charset="-122"/>
                <a:cs typeface="宋体" panose="02010600030101010101" pitchFamily="2" charset="-122"/>
                <a:sym typeface="+mn-ea"/>
              </a:rPr>
              <a:t>Pikachu</a:t>
            </a:r>
            <a:r>
              <a:rPr lang="zh-CN" altLang="en-US" sz="2800" dirty="0">
                <a:latin typeface="宋体" panose="02010600030101010101" pitchFamily="2" charset="-122"/>
                <a:ea typeface="宋体" panose="02010600030101010101" pitchFamily="2" charset="-122"/>
                <a:cs typeface="宋体" panose="02010600030101010101" pitchFamily="2" charset="-122"/>
                <a:sym typeface="+mn-ea"/>
              </a:rPr>
              <a:t>靶场</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服务器上的敏感配置文件。修改服务器</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php</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代码文件，</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阻止文件不安全下载。</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Part 4 </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文件不安全上传下载与木马控制</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50520" y="1038225"/>
            <a:ext cx="11720195" cy="4742815"/>
          </a:xfrm>
          <a:prstGeom prst="rect">
            <a:avLst/>
          </a:prstGeom>
          <a:noFill/>
        </p:spPr>
        <p:txBody>
          <a:bodyPr wrap="square" rtlCol="0">
            <a:spAutoFit/>
          </a:bodyPr>
          <a:lstStyle/>
          <a:p>
            <a:pPr algn="l">
              <a:lnSpc>
                <a:spcPct val="180000"/>
              </a:lnSpc>
              <a:buClrTx/>
              <a:buSzTx/>
              <a:buFontTx/>
            </a:pPr>
            <a:r>
              <a:rPr lang="zh-CN" altLang="en-US" sz="2800" b="1" dirty="0">
                <a:solidFill>
                  <a:schemeClr val="bg2">
                    <a:lumMod val="25000"/>
                  </a:schemeClr>
                </a:solidFill>
                <a:latin typeface="+mn-ea"/>
              </a:rPr>
              <a:t>文件不安全上传</a:t>
            </a:r>
            <a:endParaRPr lang="zh-CN" altLang="en-US" sz="2800" b="1" dirty="0">
              <a:solidFill>
                <a:schemeClr val="bg2">
                  <a:lumMod val="25000"/>
                </a:schemeClr>
              </a:solidFill>
              <a:latin typeface="+mn-ea"/>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原理：</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服务器端对用户上传的文件类型、后缀名、</a:t>
            </a:r>
            <a:r>
              <a:rPr lang="en-US" altLang="zh-CN" sz="2800" dirty="0">
                <a:latin typeface="宋体" panose="02010600030101010101" pitchFamily="2" charset="-122"/>
                <a:ea typeface="宋体" panose="02010600030101010101" pitchFamily="2" charset="-122"/>
                <a:cs typeface="宋体" panose="02010600030101010101" pitchFamily="2" charset="-122"/>
                <a:sym typeface="+mn-lt"/>
              </a:rPr>
              <a:t>MIME</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类型等校验不严，导致攻击者可以上传恶意脚本文件。</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lt"/>
            </a:endParaRPr>
          </a:p>
          <a:p>
            <a:pPr algn="l">
              <a:lnSpc>
                <a:spcPct val="180000"/>
              </a:lnSpc>
              <a:buClrTx/>
              <a:buSzTx/>
              <a:buFontTx/>
            </a:pPr>
            <a:r>
              <a:rPr lang="zh-CN" altLang="en-US" sz="2800" b="1" dirty="0">
                <a:solidFill>
                  <a:schemeClr val="bg2">
                    <a:lumMod val="25000"/>
                  </a:schemeClr>
                </a:solidFill>
                <a:latin typeface="宋体" panose="02010600030101010101" pitchFamily="2" charset="-122"/>
                <a:ea typeface="宋体" panose="02010600030101010101" pitchFamily="2" charset="-122"/>
                <a:cs typeface="宋体" panose="02010600030101010101" pitchFamily="2" charset="-122"/>
              </a:rPr>
              <a:t>实操：</a:t>
            </a:r>
            <a:r>
              <a:rPr lang="zh-CN" altLang="en-US" sz="2800" dirty="0">
                <a:latin typeface="宋体" panose="02010600030101010101" pitchFamily="2" charset="-122"/>
                <a:ea typeface="宋体" panose="02010600030101010101" pitchFamily="2" charset="-122"/>
                <a:cs typeface="宋体" panose="02010600030101010101" pitchFamily="2" charset="-122"/>
              </a:rPr>
              <a:t>使用</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Burp Suite</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拦截文件上传请求，</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修改恶意数据包并写入一句话木马，上传给Pikachu靶场服务器。通过中国蚁剑</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等Webshell管理工具，配置目标URL和连接密码，连接服务器并进行文件管理、命令执行等操作</a:t>
            </a:r>
            <a:r>
              <a:rPr lang="zh-CN" altLang="en-US" sz="2800" dirty="0">
                <a:latin typeface="宋体" panose="02010600030101010101" pitchFamily="2" charset="-122"/>
                <a:ea typeface="宋体" panose="02010600030101010101" pitchFamily="2" charset="-122"/>
                <a:cs typeface="宋体" panose="02010600030101010101" pitchFamily="2" charset="-122"/>
                <a:sym typeface="+mn-lt"/>
              </a:rPr>
              <a:t>。</a:t>
            </a:r>
            <a:endParaRPr lang="zh-CN" altLang="en-US" sz="2800" dirty="0">
              <a:latin typeface="宋体" panose="02010600030101010101" pitchFamily="2" charset="-122"/>
              <a:ea typeface="宋体" panose="02010600030101010101" pitchFamily="2" charset="-122"/>
              <a:cs typeface="宋体" panose="02010600030101010101" pitchFamily="2"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实验报告</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200" y="1013460"/>
            <a:ext cx="11735435" cy="5432425"/>
          </a:xfrm>
          <a:prstGeom prst="rect">
            <a:avLst/>
          </a:prstGeom>
          <a:noFill/>
        </p:spPr>
        <p:txBody>
          <a:bodyPr wrap="square">
            <a:spAutoFit/>
          </a:bodyPr>
          <a:lstStyle/>
          <a:p>
            <a:pPr marL="514350" indent="-514350">
              <a:lnSpc>
                <a:spcPct val="120000"/>
              </a:lnSpc>
              <a:buAutoNum type="arabicPeriod"/>
            </a:pP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DDOS</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攻击的结果，</a:t>
            </a: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ARP</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欺诈的结果。</a:t>
            </a:r>
            <a:endPar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endParaRPr>
          </a:p>
          <a:p>
            <a:pPr marL="514350" indent="-514350">
              <a:lnSpc>
                <a:spcPct val="120000"/>
              </a:lnSpc>
              <a:buAutoNum type="arabicPeriod"/>
            </a:pP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Linux</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端的靶场布置结果，</a:t>
            </a: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SQL</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注入的数据库信息（五张表选一）。</a:t>
            </a:r>
            <a:endPar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endParaRPr>
          </a:p>
          <a:p>
            <a:pPr marL="514350" indent="-514350">
              <a:lnSpc>
                <a:spcPct val="120000"/>
              </a:lnSpc>
              <a:buAutoNum type="arabicPeriod"/>
            </a:pP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提供一个能够窃取</a:t>
            </a: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cookie</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信息的钓鱼连接，以及使用该链接获取的</a:t>
            </a: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cookie</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数据。</a:t>
            </a:r>
            <a:endPar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endParaRPr>
          </a:p>
          <a:p>
            <a:pPr marL="514350" indent="-514350">
              <a:lnSpc>
                <a:spcPct val="120000"/>
              </a:lnSpc>
              <a:buAutoNum type="arabicPeriod"/>
            </a:pP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提供一台</a:t>
            </a: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Web</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服务器的配置信息，提供自己服务器修改后的</a:t>
            </a: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execdownload.php</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文件，提供一台</a:t>
            </a:r>
            <a:r>
              <a:rPr lang="en-US" altLang="zh-CN" sz="2800" dirty="0">
                <a:solidFill>
                  <a:srgbClr val="404244"/>
                </a:solidFill>
                <a:latin typeface="宋体" panose="02010600030101010101" pitchFamily="2" charset="-122"/>
                <a:ea typeface="宋体" panose="02010600030101010101" pitchFamily="2" charset="-122"/>
                <a:cs typeface="宋体" panose="02010600030101010101" pitchFamily="2" charset="-122"/>
              </a:rPr>
              <a:t>Web</a:t>
            </a: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服务器的文件结构。</a:t>
            </a:r>
            <a:endPar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endParaRPr>
          </a:p>
          <a:p>
            <a:pPr marL="514350" indent="-514350">
              <a:lnSpc>
                <a:spcPct val="120000"/>
              </a:lnSpc>
              <a:buAutoNum type="arabicPeriod"/>
            </a:pPr>
            <a:r>
              <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rPr>
              <a:t>展示以上攻击的完整过程。</a:t>
            </a:r>
            <a:endParaRPr lang="zh-CN" altLang="en-US" sz="2800" dirty="0">
              <a:solidFill>
                <a:srgbClr val="404244"/>
              </a:solidFill>
              <a:latin typeface="宋体" panose="02010600030101010101" pitchFamily="2" charset="-122"/>
              <a:ea typeface="宋体" panose="02010600030101010101" pitchFamily="2" charset="-122"/>
              <a:cs typeface="宋体" panose="02010600030101010101" pitchFamily="2" charset="-122"/>
            </a:endParaRPr>
          </a:p>
          <a:p>
            <a:pPr>
              <a:lnSpc>
                <a:spcPct val="200000"/>
              </a:lnSpc>
            </a:pPr>
            <a:r>
              <a:rPr lang="zh-CN" altLang="en-US" sz="2800" b="1" dirty="0">
                <a:solidFill>
                  <a:srgbClr val="C00000"/>
                </a:solidFill>
                <a:latin typeface="+mn-ea"/>
                <a:cs typeface="Helvetica" panose="020B0604020202020204" pitchFamily="34" charset="0"/>
              </a:rPr>
              <a:t>实验时间：</a:t>
            </a:r>
            <a:r>
              <a:rPr lang="en-US" altLang="zh-CN" sz="2800" b="1" dirty="0">
                <a:solidFill>
                  <a:srgbClr val="C00000"/>
                </a:solidFill>
                <a:latin typeface="+mn-ea"/>
                <a:cs typeface="Helvetica" panose="020B0604020202020204" pitchFamily="34" charset="0"/>
              </a:rPr>
              <a:t>2</a:t>
            </a:r>
            <a:r>
              <a:rPr lang="zh-CN" altLang="en-US" sz="2800" b="1" dirty="0">
                <a:solidFill>
                  <a:srgbClr val="C00000"/>
                </a:solidFill>
                <a:latin typeface="+mn-ea"/>
                <a:cs typeface="Helvetica" panose="020B0604020202020204" pitchFamily="34" charset="0"/>
              </a:rPr>
              <a:t>周</a:t>
            </a:r>
            <a:endParaRPr lang="en-US" altLang="zh-CN" sz="2800" b="1" dirty="0">
              <a:solidFill>
                <a:srgbClr val="C00000"/>
              </a:solidFill>
              <a:latin typeface="+mn-ea"/>
              <a:cs typeface="Helvetica" panose="020B0604020202020204" pitchFamily="34" charset="0"/>
            </a:endParaRPr>
          </a:p>
          <a:p>
            <a:pPr>
              <a:lnSpc>
                <a:spcPct val="200000"/>
              </a:lnSpc>
            </a:pPr>
            <a:r>
              <a:rPr lang="zh-CN" altLang="en-US" sz="2800" b="1" dirty="0">
                <a:solidFill>
                  <a:srgbClr val="C00000"/>
                </a:solidFill>
                <a:latin typeface="+mn-ea"/>
                <a:cs typeface="Helvetica" panose="020B0604020202020204" pitchFamily="34" charset="0"/>
              </a:rPr>
              <a:t>提交</a:t>
            </a:r>
            <a:r>
              <a:rPr lang="zh-CN" altLang="en-US" sz="2800" b="1">
                <a:solidFill>
                  <a:srgbClr val="C00000"/>
                </a:solidFill>
                <a:latin typeface="+mn-ea"/>
                <a:cs typeface="Helvetica" panose="020B0604020202020204" pitchFamily="34" charset="0"/>
              </a:rPr>
              <a:t>方式：智慧课堂</a:t>
            </a:r>
            <a:endParaRPr lang="zh-CN" altLang="zh-CN" sz="2800" b="1" dirty="0">
              <a:solidFill>
                <a:srgbClr val="C00000"/>
              </a:solidFill>
              <a:latin typeface="+mn-ea"/>
              <a:cs typeface="Helvetica"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特别提醒</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200" y="1013460"/>
            <a:ext cx="11735435" cy="5217160"/>
          </a:xfrm>
          <a:prstGeom prst="rect">
            <a:avLst/>
          </a:prstGeom>
          <a:noFill/>
        </p:spPr>
        <p:txBody>
          <a:bodyPr wrap="square">
            <a:spAutoFit/>
          </a:bodyPr>
          <a:lstStyle/>
          <a:p>
            <a:pPr marL="514350" indent="-514350">
              <a:lnSpc>
                <a:spcPct val="170000"/>
              </a:lnSpc>
              <a:buFont typeface="Wingdings" panose="05000000000000000000" charset="0"/>
              <a:buChar char="l"/>
            </a:pPr>
            <a:r>
              <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rPr>
              <a:t>未经授权对任何真实网站、服务器进行攻击均属于</a:t>
            </a:r>
            <a:r>
              <a:rPr lang="zh-CN" altLang="en-US" sz="2800" b="1"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违法行为</a:t>
            </a:r>
            <a:r>
              <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rPr>
              <a:t>，违反《网络安全法》等国家法律法规。</a:t>
            </a:r>
            <a:endPar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endParaRPr>
          </a:p>
          <a:p>
            <a:pPr marL="514350" indent="-514350">
              <a:lnSpc>
                <a:spcPct val="170000"/>
              </a:lnSpc>
              <a:buFont typeface="Wingdings" panose="05000000000000000000" charset="0"/>
              <a:buChar char="l"/>
            </a:pPr>
            <a:r>
              <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rPr>
              <a:t>所有操作必须在</a:t>
            </a:r>
            <a:r>
              <a:rPr lang="zh-CN" altLang="en-US" sz="2800" b="1"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本地</a:t>
            </a:r>
            <a:r>
              <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rPr>
              <a:t>搭建的靶场或获得</a:t>
            </a:r>
            <a:r>
              <a:rPr lang="zh-CN" altLang="en-US" sz="2800" b="1"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明确授权</a:t>
            </a:r>
            <a:r>
              <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rPr>
              <a:t>的环境中进行，严禁将实验工具和技术用于非法用途。</a:t>
            </a:r>
            <a:endPar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endParaRPr>
          </a:p>
          <a:p>
            <a:pPr marL="514350" indent="-514350">
              <a:lnSpc>
                <a:spcPct val="170000"/>
              </a:lnSpc>
              <a:buFont typeface="Wingdings" panose="05000000000000000000" charset="0"/>
              <a:buChar char="l"/>
            </a:pPr>
            <a:r>
              <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rPr>
              <a:t>我们的目标是成为网络空间的守护者，利用技术发现并修复漏洞，而非成为破坏者。</a:t>
            </a:r>
            <a:endParaRPr lang="zh-CN" altLang="en-US" sz="2800" b="1" dirty="0">
              <a:solidFill>
                <a:srgbClr val="404244"/>
              </a:solidFill>
              <a:latin typeface="微软雅黑" panose="020B0503020204020204" pitchFamily="34" charset="-122"/>
              <a:ea typeface="微软雅黑" panose="020B0503020204020204" pitchFamily="34" charset="-122"/>
              <a:cs typeface="宋体" panose="02010600030101010101" pitchFamily="2" charset="-122"/>
            </a:endParaRPr>
          </a:p>
          <a:p>
            <a:pPr>
              <a:lnSpc>
                <a:spcPct val="170000"/>
              </a:lnSpc>
            </a:pPr>
            <a:endParaRPr lang="zh-CN" altLang="zh-CN" sz="2800" b="1" dirty="0">
              <a:solidFill>
                <a:srgbClr val="C00000"/>
              </a:solidFill>
              <a:latin typeface="微软雅黑" panose="020B0503020204020204" pitchFamily="34" charset="-122"/>
              <a:ea typeface="微软雅黑" panose="020B0503020204020204" pitchFamily="34" charset="-122"/>
              <a:cs typeface="Helvetica" panose="020B0604020202020204" pitchFamily="34" charset="0"/>
            </a:endParaRPr>
          </a:p>
        </p:txBody>
      </p:sp>
    </p:spTree>
  </p:cSld>
  <p:clrMapOvr>
    <a:masterClrMapping/>
  </p:clrMapOvr>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7E0C6E"/>
      </a:accent1>
      <a:accent2>
        <a:srgbClr val="983D8B"/>
      </a:accent2>
      <a:accent3>
        <a:srgbClr val="B26DA8"/>
      </a:accent3>
      <a:accent4>
        <a:srgbClr val="CB9EC5"/>
      </a:accent4>
      <a:accent5>
        <a:srgbClr val="7E0C6E"/>
      </a:accent5>
      <a:accent6>
        <a:srgbClr val="983D8B"/>
      </a:accent6>
      <a:hlink>
        <a:srgbClr val="B26DA8"/>
      </a:hlink>
      <a:folHlink>
        <a:srgbClr val="CB9EC5"/>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2055</Words>
  <Application>WPS 演示</Application>
  <PresentationFormat>宽屏</PresentationFormat>
  <Paragraphs>109</Paragraphs>
  <Slides>12</Slides>
  <Notes>48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宋体</vt:lpstr>
      <vt:lpstr>Wingdings</vt:lpstr>
      <vt:lpstr>方正姚体</vt:lpstr>
      <vt:lpstr>微软雅黑</vt:lpstr>
      <vt:lpstr>OPPOSans B</vt:lpstr>
      <vt:lpstr>Helvetica</vt:lpstr>
      <vt:lpstr>等线</vt:lpstr>
      <vt:lpstr>Times New Roman</vt:lpstr>
      <vt:lpstr>Wingdings</vt:lpstr>
      <vt:lpstr>Calibri</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蒋枘言</cp:lastModifiedBy>
  <cp:revision>9</cp:revision>
  <dcterms:created xsi:type="dcterms:W3CDTF">2025-02-15T09:33:00Z</dcterms:created>
  <dcterms:modified xsi:type="dcterms:W3CDTF">2026-03-18T06:08:50Z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C84335BEE6724184ADCD389D13407674_12</vt:lpwstr>
  </property>
</Properties>
</file>